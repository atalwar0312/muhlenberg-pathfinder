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Internal Server Architecture | UML 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Chosen architecture: Layered  •  Current Node.js / Express backend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1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33104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DATA FIXTURE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/:id/profile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/:id/progress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StudentController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getOpportunities(req,res)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17336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928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getOpportunities(id)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33104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7696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StudentRepository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6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findStudentById(id)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findProgramsByNames(names)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findAllPrograms()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49039" y="4599432"/>
            <a:ext cx="4690872" cy="667512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4700016"/>
            <a:ext cx="4480560" cy="42062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600" b="1">
                <a:solidFill>
                  <a:srgbClr val="2B3037"/>
                </a:solidFill>
                <a:latin typeface="Aptos"/>
              </a:defRPr>
            </a:pPr>
            <a:r>
              <a:t>DemoData: students[] and programs[]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5128" y="4416552"/>
            <a:ext cx="192024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686F78"/>
                </a:solidFill>
                <a:latin typeface="Aptos"/>
              </a:defRPr>
            </a:pPr>
            <a:r>
              <a:t>reads fixture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742432"/>
            <a:ext cx="10652760" cy="40233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686F78"/>
                </a:solidFill>
                <a:latin typeface="Aptos"/>
              </a:defRPr>
            </a:pPr>
            <a:r>
              <a:t>The repository isolates data access. The current implementation uses fictional in-memory data; a SQL database is not connected.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GitHub / 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Verified in GitHub main  •  layered backend merged and documented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2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5760720" cy="452628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19656"/>
            <a:ext cx="5358384" cy="41605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pathfinder/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├── frontend/UI/              existing browser prototype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└── backend/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app.js                 Express entry point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routes/students.js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controllers/studentController.js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services/studentService.js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repositories/studentRepository.js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data/demoData.js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package.json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└── package-lock.json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tests/backend.test.js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docs/diagrams/assignment-05-class-diagram.md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2552" y="1664208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1773936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755648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routes/ maps URLs; controllers/ handles incoming requests and JSON responses.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2552" y="2724912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2834640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816352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services/ calculates course progress, credits, and ranked opportunities.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3785615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895344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877055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repositories/ is the sole access point for student and program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4846320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5432" y="4956048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937759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data/demoData.js supplies temporary fictional fixtures instead of a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Feature Mapping | Request Through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Three implemented backend endpoints  •  All three included backend tests passed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3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73352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01368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FR-3  Student Information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39696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2B3037"/>
                </a:solidFill>
                <a:latin typeface="Aptos Mono"/>
              </a:defRPr>
            </a:pPr>
            <a:r>
              <a:t>GET /api/students/demo/profile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1810512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B3037"/>
                </a:solidFill>
                <a:latin typeface="Aptos"/>
              </a:defRPr>
            </a:pPr>
            <a:r>
              <a:t>Route  →  StudentController  →  StudentService  →  StudentRepository  →  DemoData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194560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getProfile()  —  Returns sample name, class year, declared majors/minors, school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200400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FR-1  Progress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538728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2B3037"/>
                </a:solidFill>
                <a:latin typeface="Aptos Mono"/>
              </a:defRPr>
            </a:pPr>
            <a:r>
              <a:t>GET /api/students/demo/progress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3209544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B3037"/>
                </a:solidFill>
                <a:latin typeface="Aptos"/>
              </a:defRPr>
            </a:pPr>
            <a:r>
              <a:t>Route  →  StudentController  →  StudentService  →  StudentRepository  →  DemoData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3593592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getProgress()  —  Counts completed/remaining program requirements and earned credits.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71416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599432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FR-2  Opportunity Finder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937760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2B3037"/>
                </a:solidFill>
                <a:latin typeface="Aptos Mono"/>
              </a:defRPr>
            </a:pPr>
            <a:r>
              <a:t>GET /api/students/demo/opportunities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4608576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B3037"/>
                </a:solidFill>
                <a:latin typeface="Aptos"/>
              </a:defRPr>
            </a:pPr>
            <a:r>
              <a:t>Route  →  StudentController  →  StudentService  →  StudentRepository  →  DemoData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7096" y="4992624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getOpportunities()  —  Ranks up to five eligible major/minor suggestions by course overlap.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998464"/>
            <a:ext cx="1088136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Current scope: JSON API prototype, not yet integrated with the frontend, authentication, or a production database.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