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Anton"/>
      <p:regular r:id="rId21"/>
    </p:embeddedFont>
    <p:embeddedFont>
      <p:font typeface="DM Sans Medium"/>
      <p:regular r:id="rId22"/>
      <p:bold r:id="rId23"/>
      <p:italic r:id="rId24"/>
      <p:boldItalic r:id="rId25"/>
    </p:embeddedFont>
    <p:embeddedFont>
      <p:font typeface="DM Sans SemiBold"/>
      <p:regular r:id="rId26"/>
      <p:bold r:id="rId27"/>
      <p:italic r:id="rId28"/>
      <p:boldItalic r:id="rId29"/>
    </p:embeddedFont>
    <p:embeddedFont>
      <p:font typeface="DM Sans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F4DEF15-607B-4641-89D5-0D5B10D6E2F6}">
  <a:tblStyle styleId="{9F4DEF15-607B-4641-89D5-0D5B10D6E2F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DMSansMedium-regular.fntdata"/><Relationship Id="rId21" Type="http://schemas.openxmlformats.org/officeDocument/2006/relationships/font" Target="fonts/Anton-regular.fntdata"/><Relationship Id="rId24" Type="http://schemas.openxmlformats.org/officeDocument/2006/relationships/font" Target="fonts/DMSansMedium-italic.fntdata"/><Relationship Id="rId23" Type="http://schemas.openxmlformats.org/officeDocument/2006/relationships/font" Target="fonts/DMSansMedium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DMSansSemiBold-regular.fntdata"/><Relationship Id="rId25" Type="http://schemas.openxmlformats.org/officeDocument/2006/relationships/font" Target="fonts/DMSansMedium-boldItalic.fntdata"/><Relationship Id="rId28" Type="http://schemas.openxmlformats.org/officeDocument/2006/relationships/font" Target="fonts/DMSansSemiBold-italic.fntdata"/><Relationship Id="rId27" Type="http://schemas.openxmlformats.org/officeDocument/2006/relationships/font" Target="fonts/DMSansSemiBold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DMSansSemiBold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DMSans-bold.fntdata"/><Relationship Id="rId30" Type="http://schemas.openxmlformats.org/officeDocument/2006/relationships/font" Target="fonts/DMSans-regular.fntdata"/><Relationship Id="rId11" Type="http://schemas.openxmlformats.org/officeDocument/2006/relationships/slide" Target="slides/slide5.xml"/><Relationship Id="rId33" Type="http://schemas.openxmlformats.org/officeDocument/2006/relationships/font" Target="fonts/DMSans-boldItalic.fntdata"/><Relationship Id="rId10" Type="http://schemas.openxmlformats.org/officeDocument/2006/relationships/slide" Target="slides/slide4.xml"/><Relationship Id="rId32" Type="http://schemas.openxmlformats.org/officeDocument/2006/relationships/font" Target="fonts/DMSans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f8da05b87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f8da05b8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f8da05b87f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f8da05b87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Abhilasha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h78ac01f1da2e6e7_7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h78ac01f1da2e6e7_7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f8da05b87f_0_6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f8da05b87f_0_6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Hudson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h2d7307ead1224126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h2d7307ead122412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Hudson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h2d7307ead1224126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h2d7307ead1224126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Hudson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h2d7307ead1224126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h2d7307ead1224126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Andrew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h78ac01f1da2e6e7_7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h78ac01f1da2e6e7_7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h78ac01f1da2e6e7_7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h78ac01f1da2e6e7_7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Hudson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h78ac01f1da2e6e7_1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h78ac01f1da2e6e7_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h78ac01f1da2e6e7_7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h78ac01f1da2e6e7_7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h78ac01f1da2e6e7_7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h78ac01f1da2e6e7_7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O’glenn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h78ac01f1da2e6e7_7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h78ac01f1da2e6e7_7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f8da05b87f_0_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3f8da05b87f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pag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" name="Google Shape;10;p2"/>
          <p:cNvSpPr txBox="1"/>
          <p:nvPr>
            <p:ph type="title"/>
          </p:nvPr>
        </p:nvSpPr>
        <p:spPr>
          <a:xfrm>
            <a:off x="914850" y="1365900"/>
            <a:ext cx="7314300" cy="241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845375" y="4716000"/>
            <a:ext cx="5453400" cy="3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M Sans Medium"/>
              <a:buNone/>
              <a:defRPr sz="1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3" type="subTitle"/>
          </p:nvPr>
        </p:nvSpPr>
        <p:spPr>
          <a:xfrm>
            <a:off x="125700" y="121800"/>
            <a:ext cx="3188100" cy="3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 Medium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4" type="subTitle"/>
          </p:nvPr>
        </p:nvSpPr>
        <p:spPr>
          <a:xfrm>
            <a:off x="5830275" y="125600"/>
            <a:ext cx="3188100" cy="3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 Medium"/>
              <a:buNone/>
              <a:defRPr>
                <a:solidFill>
                  <a:schemeClr val="dk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CUSTOM_5">
    <p:bg>
      <p:bgPr>
        <a:solidFill>
          <a:schemeClr val="lt2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2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5704625" y="278000"/>
            <a:ext cx="3313800" cy="414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3"/>
          <p:cNvSpPr/>
          <p:nvPr>
            <p:ph idx="3" type="pic"/>
          </p:nvPr>
        </p:nvSpPr>
        <p:spPr>
          <a:xfrm>
            <a:off x="125700" y="2356175"/>
            <a:ext cx="3187800" cy="2065200"/>
          </a:xfrm>
          <a:prstGeom prst="rect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ivider" type="secHead">
  <p:cSld name="SECTION_HEADER">
    <p:bg>
      <p:bgPr>
        <a:solidFill>
          <a:schemeClr val="dk2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>
            <p:ph idx="2" type="pic"/>
          </p:nvPr>
        </p:nvSpPr>
        <p:spPr>
          <a:xfrm>
            <a:off x="2642425" y="1096825"/>
            <a:ext cx="3859200" cy="24081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cxnSp>
        <p:nvCxnSpPr>
          <p:cNvPr id="23" name="Google Shape;23;p4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" name="Google Shape;24;p4"/>
          <p:cNvSpPr txBox="1"/>
          <p:nvPr>
            <p:ph type="title"/>
          </p:nvPr>
        </p:nvSpPr>
        <p:spPr>
          <a:xfrm>
            <a:off x="125700" y="278000"/>
            <a:ext cx="8766900" cy="9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3" type="title"/>
          </p:nvPr>
        </p:nvSpPr>
        <p:spPr>
          <a:xfrm>
            <a:off x="125700" y="3507625"/>
            <a:ext cx="8766900" cy="9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4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0"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966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ivider">
  <p:cSld name="CUSTOM_15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1" name="Google Shape;31;p5"/>
          <p:cNvSpPr txBox="1"/>
          <p:nvPr>
            <p:ph type="title"/>
          </p:nvPr>
        </p:nvSpPr>
        <p:spPr>
          <a:xfrm>
            <a:off x="914850" y="1365900"/>
            <a:ext cx="7314300" cy="241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200"/>
              <a:buFont typeface="Anton"/>
              <a:buNone/>
              <a:defRPr sz="82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ig number" type="twoColTx">
  <p:cSld name="TITLE_AND_TWO_COLUMNS">
    <p:bg>
      <p:bgPr>
        <a:solidFill>
          <a:schemeClr val="lt2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922700" y="1089300"/>
            <a:ext cx="7306800" cy="243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Anton"/>
              <a:buNone/>
              <a:defRPr sz="10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200"/>
              <a:buFont typeface="Anton"/>
              <a:buNone/>
              <a:defRPr sz="8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200"/>
              <a:buFont typeface="Anton"/>
              <a:buNone/>
              <a:defRPr sz="8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200"/>
              <a:buFont typeface="Anton"/>
              <a:buNone/>
              <a:defRPr sz="8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200"/>
              <a:buFont typeface="Anton"/>
              <a:buNone/>
              <a:defRPr sz="8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200"/>
              <a:buFont typeface="Anton"/>
              <a:buNone/>
              <a:defRPr sz="8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200"/>
              <a:buFont typeface="Anton"/>
              <a:buNone/>
              <a:defRPr sz="8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200"/>
              <a:buFont typeface="Anton"/>
              <a:buNone/>
              <a:defRPr sz="8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200"/>
              <a:buFont typeface="Anton"/>
              <a:buNone/>
              <a:defRPr sz="8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" name="Google Shape;34;p6"/>
          <p:cNvSpPr txBox="1"/>
          <p:nvPr>
            <p:ph idx="1" type="subTitle"/>
          </p:nvPr>
        </p:nvSpPr>
        <p:spPr>
          <a:xfrm>
            <a:off x="1845375" y="3298800"/>
            <a:ext cx="1468200" cy="1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3439350" y="3298800"/>
            <a:ext cx="22653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●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○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■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●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○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■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●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○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■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36" name="Google Shape;36;p6"/>
          <p:cNvSpPr txBox="1"/>
          <p:nvPr>
            <p:ph idx="3" type="body"/>
          </p:nvPr>
        </p:nvSpPr>
        <p:spPr>
          <a:xfrm>
            <a:off x="5830425" y="3298800"/>
            <a:ext cx="22653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●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○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■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●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○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■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●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○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 Medium"/>
              <a:buChar char="■"/>
              <a:defRPr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cxnSp>
        <p:nvCxnSpPr>
          <p:cNvPr id="37" name="Google Shape;37;p6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" name="Google Shape;38;p6"/>
          <p:cNvSpPr txBox="1"/>
          <p:nvPr>
            <p:ph idx="4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5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6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se study">
  <p:cSld name="ONE_COLUMN_TEXT">
    <p:bg>
      <p:bgPr>
        <a:solidFill>
          <a:schemeClr val="dk2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/>
          <p:nvPr>
            <p:ph idx="2" type="pic"/>
          </p:nvPr>
        </p:nvSpPr>
        <p:spPr>
          <a:xfrm>
            <a:off x="3182100" y="0"/>
            <a:ext cx="5961900" cy="4711200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7"/>
          <p:cNvSpPr txBox="1"/>
          <p:nvPr>
            <p:ph idx="1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5" name="Google Shape;45;p7"/>
          <p:cNvSpPr txBox="1"/>
          <p:nvPr>
            <p:ph idx="3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6" name="Google Shape;46;p7"/>
          <p:cNvSpPr txBox="1"/>
          <p:nvPr>
            <p:ph idx="4" type="body"/>
          </p:nvPr>
        </p:nvSpPr>
        <p:spPr>
          <a:xfrm>
            <a:off x="251400" y="1855525"/>
            <a:ext cx="2265300" cy="269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●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○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■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●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○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■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●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○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■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type="title"/>
          </p:nvPr>
        </p:nvSpPr>
        <p:spPr>
          <a:xfrm>
            <a:off x="251400" y="927750"/>
            <a:ext cx="2265300" cy="8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5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cxnSp>
        <p:nvCxnSpPr>
          <p:cNvPr id="49" name="Google Shape;49;p7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">
  <p:cSld name="CUSTOM">
    <p:bg>
      <p:bgPr>
        <a:solidFill>
          <a:schemeClr val="dk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Google Shape;52;p8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" name="Google Shape;53;p8"/>
          <p:cNvSpPr txBox="1"/>
          <p:nvPr>
            <p:ph idx="1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2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5" name="Google Shape;55;p8"/>
          <p:cNvSpPr/>
          <p:nvPr>
            <p:ph idx="3" type="pic"/>
          </p:nvPr>
        </p:nvSpPr>
        <p:spPr>
          <a:xfrm>
            <a:off x="125700" y="125600"/>
            <a:ext cx="8892600" cy="4585800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allery">
  <p:cSld name="CUSTOM_1">
    <p:bg>
      <p:bgPr>
        <a:solidFill>
          <a:schemeClr val="dk2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/>
          <p:nvPr>
            <p:ph idx="2" type="pic"/>
          </p:nvPr>
        </p:nvSpPr>
        <p:spPr>
          <a:xfrm>
            <a:off x="125700" y="2041425"/>
            <a:ext cx="5581500" cy="2669400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9"/>
          <p:cNvSpPr/>
          <p:nvPr>
            <p:ph idx="3" type="pic"/>
          </p:nvPr>
        </p:nvSpPr>
        <p:spPr>
          <a:xfrm>
            <a:off x="5827725" y="2041425"/>
            <a:ext cx="3193200" cy="2669400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9"/>
          <p:cNvSpPr/>
          <p:nvPr>
            <p:ph idx="4" type="pic"/>
          </p:nvPr>
        </p:nvSpPr>
        <p:spPr>
          <a:xfrm>
            <a:off x="120525" y="125600"/>
            <a:ext cx="3193200" cy="17892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9"/>
          <p:cNvSpPr/>
          <p:nvPr>
            <p:ph idx="5" type="pic"/>
          </p:nvPr>
        </p:nvSpPr>
        <p:spPr>
          <a:xfrm>
            <a:off x="3436750" y="125600"/>
            <a:ext cx="5581500" cy="17892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62" name="Google Shape;62;p9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6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 chart">
  <p:cSld name="CUSTOM_2">
    <p:bg>
      <p:bgPr>
        <a:solidFill>
          <a:schemeClr val="dk2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type="title"/>
          </p:nvPr>
        </p:nvSpPr>
        <p:spPr>
          <a:xfrm>
            <a:off x="125700" y="522600"/>
            <a:ext cx="3840300" cy="17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nton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" type="subTitle"/>
          </p:nvPr>
        </p:nvSpPr>
        <p:spPr>
          <a:xfrm>
            <a:off x="125700" y="2455838"/>
            <a:ext cx="3082200" cy="8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2" type="body"/>
          </p:nvPr>
        </p:nvSpPr>
        <p:spPr>
          <a:xfrm>
            <a:off x="125700" y="3501075"/>
            <a:ext cx="3062400" cy="105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cxnSp>
        <p:nvCxnSpPr>
          <p:cNvPr id="70" name="Google Shape;70;p10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" name="Google Shape;71;p10"/>
          <p:cNvSpPr txBox="1"/>
          <p:nvPr>
            <p:ph idx="3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2" name="Google Shape;72;p10"/>
          <p:cNvSpPr txBox="1"/>
          <p:nvPr>
            <p:ph idx="4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5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4" name="Google Shape;74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bout">
  <p:cSld name="CUSTOM_3">
    <p:bg>
      <p:bgPr>
        <a:solidFill>
          <a:schemeClr val="dk2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type="title"/>
          </p:nvPr>
        </p:nvSpPr>
        <p:spPr>
          <a:xfrm>
            <a:off x="3439375" y="141600"/>
            <a:ext cx="5453400" cy="45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/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125825" y="659000"/>
            <a:ext cx="2516700" cy="12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2" type="body"/>
          </p:nvPr>
        </p:nvSpPr>
        <p:spPr>
          <a:xfrm>
            <a:off x="125825" y="1377775"/>
            <a:ext cx="2516700" cy="12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cxnSp>
        <p:nvCxnSpPr>
          <p:cNvPr id="79" name="Google Shape;79;p11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" name="Google Shape;80;p11"/>
          <p:cNvSpPr txBox="1"/>
          <p:nvPr>
            <p:ph idx="3" type="subTitle"/>
          </p:nvPr>
        </p:nvSpPr>
        <p:spPr>
          <a:xfrm>
            <a:off x="125700" y="4716000"/>
            <a:ext cx="25167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1" name="Google Shape;81;p11"/>
          <p:cNvSpPr txBox="1"/>
          <p:nvPr>
            <p:ph idx="4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2" name="Google Shape;82;p11"/>
          <p:cNvSpPr txBox="1"/>
          <p:nvPr>
            <p:ph idx="5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3" name="Google Shape;83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ution Goals">
  <p:cSld name="CUSTOM_4">
    <p:bg>
      <p:bgPr>
        <a:solidFill>
          <a:schemeClr val="lt2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/>
          <p:nvPr>
            <p:ph idx="2" type="pic"/>
          </p:nvPr>
        </p:nvSpPr>
        <p:spPr>
          <a:xfrm>
            <a:off x="125700" y="921925"/>
            <a:ext cx="8892300" cy="2633700"/>
          </a:xfrm>
          <a:prstGeom prst="rect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2"/>
          <p:cNvSpPr txBox="1"/>
          <p:nvPr>
            <p:ph idx="1" type="body"/>
          </p:nvPr>
        </p:nvSpPr>
        <p:spPr>
          <a:xfrm>
            <a:off x="2642375" y="3632600"/>
            <a:ext cx="3859200" cy="10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7" name="Google Shape;87;p12"/>
          <p:cNvSpPr txBox="1"/>
          <p:nvPr>
            <p:ph idx="3" type="body"/>
          </p:nvPr>
        </p:nvSpPr>
        <p:spPr>
          <a:xfrm>
            <a:off x="6627325" y="3632600"/>
            <a:ext cx="2391000" cy="5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4" type="subTitle"/>
          </p:nvPr>
        </p:nvSpPr>
        <p:spPr>
          <a:xfrm>
            <a:off x="125700" y="3666950"/>
            <a:ext cx="1593900" cy="1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12"/>
          <p:cNvSpPr txBox="1"/>
          <p:nvPr>
            <p:ph type="title"/>
          </p:nvPr>
        </p:nvSpPr>
        <p:spPr>
          <a:xfrm>
            <a:off x="125700" y="125600"/>
            <a:ext cx="8766900" cy="9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90" name="Google Shape;90;p12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" name="Google Shape;91;p12"/>
          <p:cNvSpPr txBox="1"/>
          <p:nvPr>
            <p:ph idx="5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2" name="Google Shape;92;p12"/>
          <p:cNvSpPr txBox="1"/>
          <p:nvPr>
            <p:ph idx="6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3" name="Google Shape;93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">
  <p:cSld name="CUSTOM_6">
    <p:bg>
      <p:bgPr>
        <a:solidFill>
          <a:schemeClr val="dk2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3"/>
          <p:cNvSpPr txBox="1"/>
          <p:nvPr>
            <p:ph idx="1" type="body"/>
          </p:nvPr>
        </p:nvSpPr>
        <p:spPr>
          <a:xfrm>
            <a:off x="5830325" y="125600"/>
            <a:ext cx="3188100" cy="7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sp>
        <p:nvSpPr>
          <p:cNvPr id="96" name="Google Shape;96;p13"/>
          <p:cNvSpPr/>
          <p:nvPr>
            <p:ph idx="2" type="pic"/>
          </p:nvPr>
        </p:nvSpPr>
        <p:spPr>
          <a:xfrm>
            <a:off x="125700" y="1824050"/>
            <a:ext cx="2088900" cy="2246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13"/>
          <p:cNvSpPr/>
          <p:nvPr>
            <p:ph idx="3" type="pic"/>
          </p:nvPr>
        </p:nvSpPr>
        <p:spPr>
          <a:xfrm>
            <a:off x="2393673" y="1824050"/>
            <a:ext cx="2088900" cy="2246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13"/>
          <p:cNvSpPr/>
          <p:nvPr>
            <p:ph idx="4" type="pic"/>
          </p:nvPr>
        </p:nvSpPr>
        <p:spPr>
          <a:xfrm>
            <a:off x="4661539" y="1824050"/>
            <a:ext cx="2088900" cy="2246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13"/>
          <p:cNvSpPr/>
          <p:nvPr>
            <p:ph idx="5" type="pic"/>
          </p:nvPr>
        </p:nvSpPr>
        <p:spPr>
          <a:xfrm>
            <a:off x="6929405" y="1824050"/>
            <a:ext cx="2088900" cy="2246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cxnSp>
        <p:nvCxnSpPr>
          <p:cNvPr id="100" name="Google Shape;100;p13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" name="Google Shape;101;p13"/>
          <p:cNvSpPr txBox="1"/>
          <p:nvPr>
            <p:ph idx="6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02" name="Google Shape;102;p13"/>
          <p:cNvSpPr txBox="1"/>
          <p:nvPr>
            <p:ph idx="7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03" name="Google Shape;103;p13"/>
          <p:cNvSpPr txBox="1"/>
          <p:nvPr>
            <p:ph type="title"/>
          </p:nvPr>
        </p:nvSpPr>
        <p:spPr>
          <a:xfrm>
            <a:off x="125700" y="1362200"/>
            <a:ext cx="2088900" cy="8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nton"/>
              <a:buNone/>
              <a:defRPr sz="2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104" name="Google Shape;104;p13"/>
          <p:cNvSpPr txBox="1"/>
          <p:nvPr>
            <p:ph idx="8" type="subTitle"/>
          </p:nvPr>
        </p:nvSpPr>
        <p:spPr>
          <a:xfrm>
            <a:off x="125700" y="4077300"/>
            <a:ext cx="20889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9pPr>
          </a:lstStyle>
          <a:p/>
        </p:txBody>
      </p:sp>
      <p:sp>
        <p:nvSpPr>
          <p:cNvPr id="105" name="Google Shape;105;p13"/>
          <p:cNvSpPr txBox="1"/>
          <p:nvPr>
            <p:ph idx="9" type="title"/>
          </p:nvPr>
        </p:nvSpPr>
        <p:spPr>
          <a:xfrm>
            <a:off x="2393625" y="1378200"/>
            <a:ext cx="2088900" cy="8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nton"/>
              <a:buNone/>
              <a:defRPr sz="2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106" name="Google Shape;106;p13"/>
          <p:cNvSpPr txBox="1"/>
          <p:nvPr>
            <p:ph idx="13" type="subTitle"/>
          </p:nvPr>
        </p:nvSpPr>
        <p:spPr>
          <a:xfrm>
            <a:off x="2393625" y="4091034"/>
            <a:ext cx="20889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9pPr>
          </a:lstStyle>
          <a:p/>
        </p:txBody>
      </p:sp>
      <p:sp>
        <p:nvSpPr>
          <p:cNvPr id="107" name="Google Shape;107;p13"/>
          <p:cNvSpPr txBox="1"/>
          <p:nvPr>
            <p:ph idx="14" type="title"/>
          </p:nvPr>
        </p:nvSpPr>
        <p:spPr>
          <a:xfrm>
            <a:off x="4661525" y="1378200"/>
            <a:ext cx="2088900" cy="8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nton"/>
              <a:buNone/>
              <a:defRPr sz="2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108" name="Google Shape;108;p13"/>
          <p:cNvSpPr txBox="1"/>
          <p:nvPr>
            <p:ph idx="15" type="subTitle"/>
          </p:nvPr>
        </p:nvSpPr>
        <p:spPr>
          <a:xfrm>
            <a:off x="4661525" y="4091034"/>
            <a:ext cx="20889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16" type="title"/>
          </p:nvPr>
        </p:nvSpPr>
        <p:spPr>
          <a:xfrm>
            <a:off x="6929425" y="1378200"/>
            <a:ext cx="2088900" cy="8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nton"/>
              <a:buNone/>
              <a:defRPr sz="2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idx="17" type="subTitle"/>
          </p:nvPr>
        </p:nvSpPr>
        <p:spPr>
          <a:xfrm>
            <a:off x="6929425" y="4091034"/>
            <a:ext cx="20889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9pPr>
          </a:lstStyle>
          <a:p/>
        </p:txBody>
      </p:sp>
      <p:sp>
        <p:nvSpPr>
          <p:cNvPr id="111" name="Google Shape;111;p13"/>
          <p:cNvSpPr txBox="1"/>
          <p:nvPr>
            <p:ph idx="18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dget">
  <p:cSld name="CUSTOM_7">
    <p:bg>
      <p:bgPr>
        <a:solidFill>
          <a:schemeClr val="lt2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4"/>
          <p:cNvSpPr txBox="1"/>
          <p:nvPr>
            <p:ph type="title"/>
          </p:nvPr>
        </p:nvSpPr>
        <p:spPr>
          <a:xfrm>
            <a:off x="133150" y="125600"/>
            <a:ext cx="3180600" cy="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nton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5" name="Google Shape;115;p14"/>
          <p:cNvSpPr txBox="1"/>
          <p:nvPr>
            <p:ph idx="1" type="body"/>
          </p:nvPr>
        </p:nvSpPr>
        <p:spPr>
          <a:xfrm>
            <a:off x="5830325" y="125600"/>
            <a:ext cx="3188100" cy="7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16" name="Google Shape;116;p14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" name="Google Shape;117;p14"/>
          <p:cNvSpPr txBox="1"/>
          <p:nvPr>
            <p:ph idx="2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8" name="Google Shape;118;p14"/>
          <p:cNvSpPr txBox="1"/>
          <p:nvPr>
            <p:ph idx="3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16">
    <p:bg>
      <p:bgPr>
        <a:solidFill>
          <a:schemeClr val="lt2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/>
          <p:cNvSpPr txBox="1"/>
          <p:nvPr>
            <p:ph type="title"/>
          </p:nvPr>
        </p:nvSpPr>
        <p:spPr>
          <a:xfrm>
            <a:off x="133150" y="125600"/>
            <a:ext cx="3180600" cy="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nton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ton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2" name="Google Shape;122;p15"/>
          <p:cNvSpPr txBox="1"/>
          <p:nvPr>
            <p:ph idx="1" type="body"/>
          </p:nvPr>
        </p:nvSpPr>
        <p:spPr>
          <a:xfrm>
            <a:off x="5830325" y="125600"/>
            <a:ext cx="3188100" cy="7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23" name="Google Shape;123;p15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" name="Google Shape;124;p15"/>
          <p:cNvSpPr txBox="1"/>
          <p:nvPr>
            <p:ph idx="2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3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on plan">
  <p:cSld name="CUSTOM_8">
    <p:bg>
      <p:bgPr>
        <a:solidFill>
          <a:schemeClr val="dk2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8" name="Google Shape;128;p16"/>
          <p:cNvCxnSpPr/>
          <p:nvPr/>
        </p:nvCxnSpPr>
        <p:spPr>
          <a:xfrm>
            <a:off x="125725" y="1460150"/>
            <a:ext cx="8892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" name="Google Shape;129;p16"/>
          <p:cNvSpPr txBox="1"/>
          <p:nvPr>
            <p:ph type="title"/>
          </p:nvPr>
        </p:nvSpPr>
        <p:spPr>
          <a:xfrm>
            <a:off x="133150" y="125600"/>
            <a:ext cx="4105200" cy="10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9pPr>
          </a:lstStyle>
          <a:p/>
        </p:txBody>
      </p:sp>
      <p:sp>
        <p:nvSpPr>
          <p:cNvPr id="130" name="Google Shape;130;p16"/>
          <p:cNvSpPr txBox="1"/>
          <p:nvPr>
            <p:ph idx="2" type="title"/>
          </p:nvPr>
        </p:nvSpPr>
        <p:spPr>
          <a:xfrm>
            <a:off x="121500" y="1544925"/>
            <a:ext cx="1598100" cy="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9pPr>
          </a:lstStyle>
          <a:p/>
        </p:txBody>
      </p:sp>
      <p:sp>
        <p:nvSpPr>
          <p:cNvPr id="131" name="Google Shape;131;p16"/>
          <p:cNvSpPr txBox="1"/>
          <p:nvPr>
            <p:ph idx="3" type="title"/>
          </p:nvPr>
        </p:nvSpPr>
        <p:spPr>
          <a:xfrm>
            <a:off x="2516675" y="1544925"/>
            <a:ext cx="1715700" cy="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9pPr>
          </a:lstStyle>
          <a:p/>
        </p:txBody>
      </p:sp>
      <p:sp>
        <p:nvSpPr>
          <p:cNvPr id="132" name="Google Shape;132;p16"/>
          <p:cNvSpPr txBox="1"/>
          <p:nvPr>
            <p:ph idx="4" type="title"/>
          </p:nvPr>
        </p:nvSpPr>
        <p:spPr>
          <a:xfrm>
            <a:off x="4907700" y="1544925"/>
            <a:ext cx="1719600" cy="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9pPr>
          </a:lstStyle>
          <a:p/>
        </p:txBody>
      </p:sp>
      <p:sp>
        <p:nvSpPr>
          <p:cNvPr id="133" name="Google Shape;133;p16"/>
          <p:cNvSpPr txBox="1"/>
          <p:nvPr>
            <p:ph idx="5" type="title"/>
          </p:nvPr>
        </p:nvSpPr>
        <p:spPr>
          <a:xfrm>
            <a:off x="7300884" y="1544925"/>
            <a:ext cx="1715100" cy="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9pPr>
          </a:lstStyle>
          <a:p/>
        </p:txBody>
      </p:sp>
      <p:sp>
        <p:nvSpPr>
          <p:cNvPr id="134" name="Google Shape;134;p16"/>
          <p:cNvSpPr txBox="1"/>
          <p:nvPr>
            <p:ph idx="1" type="subTitle"/>
          </p:nvPr>
        </p:nvSpPr>
        <p:spPr>
          <a:xfrm>
            <a:off x="121500" y="3443500"/>
            <a:ext cx="1468200" cy="3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9pPr>
          </a:lstStyle>
          <a:p/>
        </p:txBody>
      </p:sp>
      <p:sp>
        <p:nvSpPr>
          <p:cNvPr id="135" name="Google Shape;135;p16"/>
          <p:cNvSpPr txBox="1"/>
          <p:nvPr>
            <p:ph idx="6" type="subTitle"/>
          </p:nvPr>
        </p:nvSpPr>
        <p:spPr>
          <a:xfrm>
            <a:off x="2513725" y="3443500"/>
            <a:ext cx="1586700" cy="3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9pPr>
          </a:lstStyle>
          <a:p/>
        </p:txBody>
      </p:sp>
      <p:sp>
        <p:nvSpPr>
          <p:cNvPr id="136" name="Google Shape;136;p16"/>
          <p:cNvSpPr txBox="1"/>
          <p:nvPr>
            <p:ph idx="7" type="subTitle"/>
          </p:nvPr>
        </p:nvSpPr>
        <p:spPr>
          <a:xfrm>
            <a:off x="4912111" y="3443500"/>
            <a:ext cx="1579800" cy="3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9pPr>
          </a:lstStyle>
          <a:p/>
        </p:txBody>
      </p:sp>
      <p:sp>
        <p:nvSpPr>
          <p:cNvPr id="137" name="Google Shape;137;p16"/>
          <p:cNvSpPr txBox="1"/>
          <p:nvPr>
            <p:ph idx="8" type="subTitle"/>
          </p:nvPr>
        </p:nvSpPr>
        <p:spPr>
          <a:xfrm>
            <a:off x="7300884" y="3443500"/>
            <a:ext cx="1581900" cy="3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9pPr>
          </a:lstStyle>
          <a:p/>
        </p:txBody>
      </p:sp>
      <p:sp>
        <p:nvSpPr>
          <p:cNvPr id="138" name="Google Shape;138;p16"/>
          <p:cNvSpPr txBox="1"/>
          <p:nvPr>
            <p:ph idx="9" type="body"/>
          </p:nvPr>
        </p:nvSpPr>
        <p:spPr>
          <a:xfrm>
            <a:off x="7300884" y="3813050"/>
            <a:ext cx="1715100" cy="6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sp>
        <p:nvSpPr>
          <p:cNvPr id="139" name="Google Shape;139;p16"/>
          <p:cNvSpPr txBox="1"/>
          <p:nvPr>
            <p:ph idx="13" type="body"/>
          </p:nvPr>
        </p:nvSpPr>
        <p:spPr>
          <a:xfrm>
            <a:off x="122450" y="3813050"/>
            <a:ext cx="1592100" cy="6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sp>
        <p:nvSpPr>
          <p:cNvPr id="140" name="Google Shape;140;p16"/>
          <p:cNvSpPr txBox="1"/>
          <p:nvPr>
            <p:ph idx="14" type="body"/>
          </p:nvPr>
        </p:nvSpPr>
        <p:spPr>
          <a:xfrm>
            <a:off x="2514752" y="3813050"/>
            <a:ext cx="1720800" cy="6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sp>
        <p:nvSpPr>
          <p:cNvPr id="141" name="Google Shape;141;p16"/>
          <p:cNvSpPr txBox="1"/>
          <p:nvPr>
            <p:ph idx="15" type="body"/>
          </p:nvPr>
        </p:nvSpPr>
        <p:spPr>
          <a:xfrm>
            <a:off x="4912596" y="3813050"/>
            <a:ext cx="1713000" cy="6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cxnSp>
        <p:nvCxnSpPr>
          <p:cNvPr id="142" name="Google Shape;142;p16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" name="Google Shape;143;p16"/>
          <p:cNvSpPr txBox="1"/>
          <p:nvPr>
            <p:ph idx="16" type="subTitle"/>
          </p:nvPr>
        </p:nvSpPr>
        <p:spPr>
          <a:xfrm>
            <a:off x="125725" y="4716000"/>
            <a:ext cx="25167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44" name="Google Shape;144;p16"/>
          <p:cNvSpPr txBox="1"/>
          <p:nvPr>
            <p:ph idx="17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45" name="Google Shape;145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ution Steps">
  <p:cSld name="CUSTOM_10">
    <p:bg>
      <p:bgPr>
        <a:solidFill>
          <a:schemeClr val="dk2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7"/>
          <p:cNvSpPr txBox="1"/>
          <p:nvPr>
            <p:ph type="title"/>
          </p:nvPr>
        </p:nvSpPr>
        <p:spPr>
          <a:xfrm>
            <a:off x="133150" y="125600"/>
            <a:ext cx="3180600" cy="5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9pPr>
          </a:lstStyle>
          <a:p/>
        </p:txBody>
      </p:sp>
      <p:sp>
        <p:nvSpPr>
          <p:cNvPr id="148" name="Google Shape;148;p17"/>
          <p:cNvSpPr txBox="1"/>
          <p:nvPr>
            <p:ph idx="1" type="body"/>
          </p:nvPr>
        </p:nvSpPr>
        <p:spPr>
          <a:xfrm>
            <a:off x="6627325" y="125600"/>
            <a:ext cx="2391000" cy="10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sp>
        <p:nvSpPr>
          <p:cNvPr id="149" name="Google Shape;149;p17"/>
          <p:cNvSpPr txBox="1"/>
          <p:nvPr>
            <p:ph idx="2" type="subTitle"/>
          </p:nvPr>
        </p:nvSpPr>
        <p:spPr>
          <a:xfrm>
            <a:off x="5033375" y="125600"/>
            <a:ext cx="1593900" cy="1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150" name="Google Shape;150;p17"/>
          <p:cNvSpPr txBox="1"/>
          <p:nvPr>
            <p:ph idx="3" type="body"/>
          </p:nvPr>
        </p:nvSpPr>
        <p:spPr>
          <a:xfrm>
            <a:off x="6627300" y="1766200"/>
            <a:ext cx="2391000" cy="10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sp>
        <p:nvSpPr>
          <p:cNvPr id="151" name="Google Shape;151;p17"/>
          <p:cNvSpPr txBox="1"/>
          <p:nvPr>
            <p:ph idx="4" type="subTitle"/>
          </p:nvPr>
        </p:nvSpPr>
        <p:spPr>
          <a:xfrm>
            <a:off x="5033350" y="1766188"/>
            <a:ext cx="1593900" cy="1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152" name="Google Shape;152;p17"/>
          <p:cNvSpPr txBox="1"/>
          <p:nvPr>
            <p:ph idx="5" type="body"/>
          </p:nvPr>
        </p:nvSpPr>
        <p:spPr>
          <a:xfrm>
            <a:off x="6627300" y="3406800"/>
            <a:ext cx="2391000" cy="10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sp>
        <p:nvSpPr>
          <p:cNvPr id="153" name="Google Shape;153;p17"/>
          <p:cNvSpPr txBox="1"/>
          <p:nvPr>
            <p:ph idx="6" type="subTitle"/>
          </p:nvPr>
        </p:nvSpPr>
        <p:spPr>
          <a:xfrm>
            <a:off x="5033350" y="3406775"/>
            <a:ext cx="1593900" cy="1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cxnSp>
        <p:nvCxnSpPr>
          <p:cNvPr id="154" name="Google Shape;154;p17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" name="Google Shape;155;p17"/>
          <p:cNvSpPr txBox="1"/>
          <p:nvPr>
            <p:ph idx="7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56" name="Google Shape;156;p17"/>
          <p:cNvSpPr txBox="1"/>
          <p:nvPr>
            <p:ph idx="8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cxnSp>
        <p:nvCxnSpPr>
          <p:cNvPr id="157" name="Google Shape;157;p17"/>
          <p:cNvCxnSpPr/>
          <p:nvPr/>
        </p:nvCxnSpPr>
        <p:spPr>
          <a:xfrm>
            <a:off x="1888263" y="1208900"/>
            <a:ext cx="2414400" cy="893700"/>
          </a:xfrm>
          <a:prstGeom prst="curvedConnector3">
            <a:avLst>
              <a:gd fmla="val 645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8" name="Google Shape;158;p17"/>
          <p:cNvSpPr/>
          <p:nvPr>
            <p:ph idx="9" type="pic"/>
          </p:nvPr>
        </p:nvSpPr>
        <p:spPr>
          <a:xfrm>
            <a:off x="125700" y="2356175"/>
            <a:ext cx="3187800" cy="20652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9">
    <p:bg>
      <p:bgPr>
        <a:solidFill>
          <a:schemeClr val="dk2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"/>
          <p:cNvSpPr txBox="1"/>
          <p:nvPr>
            <p:ph type="title"/>
          </p:nvPr>
        </p:nvSpPr>
        <p:spPr>
          <a:xfrm>
            <a:off x="1578300" y="2304300"/>
            <a:ext cx="7314300" cy="241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0"/>
              <a:buFont typeface="Anton"/>
              <a:buNone/>
              <a:defRPr sz="8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0"/>
              <a:buFont typeface="Anton"/>
              <a:buNone/>
              <a:defRPr sz="82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0"/>
              <a:buFont typeface="Anton"/>
              <a:buNone/>
              <a:defRPr sz="82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0"/>
              <a:buFont typeface="Anton"/>
              <a:buNone/>
              <a:defRPr sz="82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0"/>
              <a:buFont typeface="Anton"/>
              <a:buNone/>
              <a:defRPr sz="82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0"/>
              <a:buFont typeface="Anton"/>
              <a:buNone/>
              <a:defRPr sz="82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0"/>
              <a:buFont typeface="Anton"/>
              <a:buNone/>
              <a:defRPr sz="82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0"/>
              <a:buFont typeface="Anton"/>
              <a:buNone/>
              <a:defRPr sz="82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00"/>
              <a:buFont typeface="Anton"/>
              <a:buNone/>
              <a:defRPr sz="8200"/>
            </a:lvl9pPr>
          </a:lstStyle>
          <a:p/>
        </p:txBody>
      </p:sp>
      <p:sp>
        <p:nvSpPr>
          <p:cNvPr id="162" name="Google Shape;162;p18"/>
          <p:cNvSpPr txBox="1"/>
          <p:nvPr>
            <p:ph idx="1" type="subTitle"/>
          </p:nvPr>
        </p:nvSpPr>
        <p:spPr>
          <a:xfrm>
            <a:off x="125750" y="125600"/>
            <a:ext cx="1593900" cy="1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163" name="Google Shape;163;p18"/>
          <p:cNvSpPr txBox="1"/>
          <p:nvPr>
            <p:ph idx="2" type="subTitle"/>
          </p:nvPr>
        </p:nvSpPr>
        <p:spPr>
          <a:xfrm>
            <a:off x="1845425" y="125600"/>
            <a:ext cx="1593900" cy="1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164" name="Google Shape;164;p18"/>
          <p:cNvSpPr txBox="1"/>
          <p:nvPr>
            <p:ph idx="3" type="body"/>
          </p:nvPr>
        </p:nvSpPr>
        <p:spPr>
          <a:xfrm>
            <a:off x="125700" y="730550"/>
            <a:ext cx="1593900" cy="10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sp>
        <p:nvSpPr>
          <p:cNvPr id="165" name="Google Shape;165;p18"/>
          <p:cNvSpPr txBox="1"/>
          <p:nvPr>
            <p:ph idx="4" type="body"/>
          </p:nvPr>
        </p:nvSpPr>
        <p:spPr>
          <a:xfrm>
            <a:off x="1845375" y="730550"/>
            <a:ext cx="1468200" cy="10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2">
  <p:cSld name="CUSTOM_11">
    <p:bg>
      <p:bgPr>
        <a:solidFill>
          <a:schemeClr val="lt2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9"/>
          <p:cNvSpPr/>
          <p:nvPr>
            <p:ph idx="2" type="pic"/>
          </p:nvPr>
        </p:nvSpPr>
        <p:spPr>
          <a:xfrm>
            <a:off x="251400" y="1381838"/>
            <a:ext cx="2030100" cy="19434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19"/>
          <p:cNvSpPr/>
          <p:nvPr>
            <p:ph idx="3" type="pic"/>
          </p:nvPr>
        </p:nvSpPr>
        <p:spPr>
          <a:xfrm>
            <a:off x="2455067" y="1381838"/>
            <a:ext cx="2030100" cy="19434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19"/>
          <p:cNvSpPr/>
          <p:nvPr>
            <p:ph idx="4" type="pic"/>
          </p:nvPr>
        </p:nvSpPr>
        <p:spPr>
          <a:xfrm>
            <a:off x="4658734" y="1381838"/>
            <a:ext cx="2030100" cy="19434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19"/>
          <p:cNvSpPr/>
          <p:nvPr>
            <p:ph idx="5" type="pic"/>
          </p:nvPr>
        </p:nvSpPr>
        <p:spPr>
          <a:xfrm>
            <a:off x="6862400" y="1381838"/>
            <a:ext cx="2030100" cy="19434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19"/>
          <p:cNvSpPr txBox="1"/>
          <p:nvPr>
            <p:ph type="title"/>
          </p:nvPr>
        </p:nvSpPr>
        <p:spPr>
          <a:xfrm>
            <a:off x="139825" y="140075"/>
            <a:ext cx="3970800" cy="15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2" name="Google Shape;172;p19"/>
          <p:cNvSpPr txBox="1"/>
          <p:nvPr>
            <p:ph idx="1" type="subTitle"/>
          </p:nvPr>
        </p:nvSpPr>
        <p:spPr>
          <a:xfrm>
            <a:off x="251400" y="3420138"/>
            <a:ext cx="20298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3" name="Google Shape;173;p19"/>
          <p:cNvSpPr txBox="1"/>
          <p:nvPr>
            <p:ph idx="6" type="subTitle"/>
          </p:nvPr>
        </p:nvSpPr>
        <p:spPr>
          <a:xfrm>
            <a:off x="2455145" y="3433871"/>
            <a:ext cx="20298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4" name="Google Shape;174;p19"/>
          <p:cNvSpPr txBox="1"/>
          <p:nvPr>
            <p:ph idx="7" type="subTitle"/>
          </p:nvPr>
        </p:nvSpPr>
        <p:spPr>
          <a:xfrm>
            <a:off x="4658867" y="3433871"/>
            <a:ext cx="20298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5" name="Google Shape;175;p19"/>
          <p:cNvSpPr txBox="1"/>
          <p:nvPr>
            <p:ph idx="8" type="subTitle"/>
          </p:nvPr>
        </p:nvSpPr>
        <p:spPr>
          <a:xfrm>
            <a:off x="6862588" y="3433871"/>
            <a:ext cx="20298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 Medium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76" name="Google Shape;176;p19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" name="Google Shape;177;p19"/>
          <p:cNvSpPr txBox="1"/>
          <p:nvPr>
            <p:ph idx="9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78" name="Google Shape;178;p19"/>
          <p:cNvSpPr txBox="1"/>
          <p:nvPr>
            <p:ph idx="13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79" name="Google Shape;179;p19"/>
          <p:cNvSpPr txBox="1"/>
          <p:nvPr>
            <p:ph idx="14" type="body"/>
          </p:nvPr>
        </p:nvSpPr>
        <p:spPr>
          <a:xfrm>
            <a:off x="252125" y="3753975"/>
            <a:ext cx="20301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0" name="Google Shape;180;p19"/>
          <p:cNvSpPr txBox="1"/>
          <p:nvPr>
            <p:ph idx="15" type="body"/>
          </p:nvPr>
        </p:nvSpPr>
        <p:spPr>
          <a:xfrm>
            <a:off x="3218350" y="7418600"/>
            <a:ext cx="2391000" cy="10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1" name="Google Shape;181;p19"/>
          <p:cNvSpPr txBox="1"/>
          <p:nvPr>
            <p:ph idx="16" type="body"/>
          </p:nvPr>
        </p:nvSpPr>
        <p:spPr>
          <a:xfrm>
            <a:off x="3218350" y="8720875"/>
            <a:ext cx="2391000" cy="10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2" name="Google Shape;182;p19"/>
          <p:cNvSpPr txBox="1"/>
          <p:nvPr>
            <p:ph idx="17" type="body"/>
          </p:nvPr>
        </p:nvSpPr>
        <p:spPr>
          <a:xfrm>
            <a:off x="2455075" y="3753963"/>
            <a:ext cx="20301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3" name="Google Shape;183;p19"/>
          <p:cNvSpPr txBox="1"/>
          <p:nvPr>
            <p:ph idx="18" type="body"/>
          </p:nvPr>
        </p:nvSpPr>
        <p:spPr>
          <a:xfrm>
            <a:off x="4658725" y="3753963"/>
            <a:ext cx="20301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4" name="Google Shape;184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19"/>
          <p:cNvSpPr txBox="1"/>
          <p:nvPr>
            <p:ph idx="19" type="body"/>
          </p:nvPr>
        </p:nvSpPr>
        <p:spPr>
          <a:xfrm>
            <a:off x="6862375" y="3753963"/>
            <a:ext cx="20301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ive">
  <p:cSld name="CUSTOM_12">
    <p:bg>
      <p:bgPr>
        <a:solidFill>
          <a:schemeClr val="dk2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7" name="Google Shape;187;p20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" name="Google Shape;188;p20"/>
          <p:cNvSpPr txBox="1"/>
          <p:nvPr>
            <p:ph idx="1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9" name="Google Shape;189;p20"/>
          <p:cNvSpPr txBox="1"/>
          <p:nvPr>
            <p:ph idx="2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90" name="Google Shape;190;p20"/>
          <p:cNvSpPr txBox="1"/>
          <p:nvPr>
            <p:ph type="title"/>
          </p:nvPr>
        </p:nvSpPr>
        <p:spPr>
          <a:xfrm>
            <a:off x="129375" y="525200"/>
            <a:ext cx="3180600" cy="13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9pPr>
          </a:lstStyle>
          <a:p/>
        </p:txBody>
      </p:sp>
      <p:cxnSp>
        <p:nvCxnSpPr>
          <p:cNvPr id="191" name="Google Shape;191;p20"/>
          <p:cNvCxnSpPr/>
          <p:nvPr/>
        </p:nvCxnSpPr>
        <p:spPr>
          <a:xfrm>
            <a:off x="-5675" y="1923692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" name="Google Shape;192;p20"/>
          <p:cNvCxnSpPr/>
          <p:nvPr/>
        </p:nvCxnSpPr>
        <p:spPr>
          <a:xfrm>
            <a:off x="-5675" y="3319846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3" name="Google Shape;193;p20"/>
          <p:cNvSpPr txBox="1"/>
          <p:nvPr>
            <p:ph idx="3" type="title"/>
          </p:nvPr>
        </p:nvSpPr>
        <p:spPr>
          <a:xfrm>
            <a:off x="129375" y="1926150"/>
            <a:ext cx="3180600" cy="13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9pPr>
          </a:lstStyle>
          <a:p/>
        </p:txBody>
      </p:sp>
      <p:sp>
        <p:nvSpPr>
          <p:cNvPr id="194" name="Google Shape;194;p20"/>
          <p:cNvSpPr txBox="1"/>
          <p:nvPr>
            <p:ph idx="4" type="title"/>
          </p:nvPr>
        </p:nvSpPr>
        <p:spPr>
          <a:xfrm>
            <a:off x="129375" y="3317475"/>
            <a:ext cx="3180600" cy="13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9pPr>
          </a:lstStyle>
          <a:p/>
        </p:txBody>
      </p:sp>
      <p:sp>
        <p:nvSpPr>
          <p:cNvPr id="195" name="Google Shape;195;p20"/>
          <p:cNvSpPr txBox="1"/>
          <p:nvPr>
            <p:ph idx="5" type="subTitle"/>
          </p:nvPr>
        </p:nvSpPr>
        <p:spPr>
          <a:xfrm>
            <a:off x="3687875" y="527550"/>
            <a:ext cx="5461800" cy="13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96" name="Google Shape;196;p20"/>
          <p:cNvSpPr txBox="1"/>
          <p:nvPr>
            <p:ph idx="6" type="subTitle"/>
          </p:nvPr>
        </p:nvSpPr>
        <p:spPr>
          <a:xfrm>
            <a:off x="3687875" y="1923700"/>
            <a:ext cx="5461800" cy="13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97" name="Google Shape;197;p20"/>
          <p:cNvSpPr txBox="1"/>
          <p:nvPr>
            <p:ph idx="7" type="subTitle"/>
          </p:nvPr>
        </p:nvSpPr>
        <p:spPr>
          <a:xfrm>
            <a:off x="3687875" y="3317400"/>
            <a:ext cx="5461800" cy="13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98" name="Google Shape;198;p20"/>
          <p:cNvSpPr txBox="1"/>
          <p:nvPr>
            <p:ph idx="8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99" name="Google Shape;199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bout Us Achievements">
  <p:cSld name="CUSTOM_18">
    <p:bg>
      <p:bgPr>
        <a:solidFill>
          <a:schemeClr val="lt2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1"/>
          <p:cNvSpPr txBox="1"/>
          <p:nvPr>
            <p:ph type="title"/>
          </p:nvPr>
        </p:nvSpPr>
        <p:spPr>
          <a:xfrm>
            <a:off x="129375" y="525200"/>
            <a:ext cx="31806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202" name="Google Shape;202;p21"/>
          <p:cNvCxnSpPr/>
          <p:nvPr/>
        </p:nvCxnSpPr>
        <p:spPr>
          <a:xfrm>
            <a:off x="-5675" y="15729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" name="Google Shape;203;p21"/>
          <p:cNvSpPr txBox="1"/>
          <p:nvPr>
            <p:ph idx="2" type="title"/>
          </p:nvPr>
        </p:nvSpPr>
        <p:spPr>
          <a:xfrm>
            <a:off x="129375" y="1575150"/>
            <a:ext cx="31806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4" name="Google Shape;204;p21"/>
          <p:cNvSpPr txBox="1"/>
          <p:nvPr>
            <p:ph idx="3" type="title"/>
          </p:nvPr>
        </p:nvSpPr>
        <p:spPr>
          <a:xfrm>
            <a:off x="129375" y="2622750"/>
            <a:ext cx="31806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205" name="Google Shape;205;p21"/>
          <p:cNvCxnSpPr/>
          <p:nvPr/>
        </p:nvCxnSpPr>
        <p:spPr>
          <a:xfrm>
            <a:off x="-5675" y="36683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6" name="Google Shape;206;p21"/>
          <p:cNvSpPr txBox="1"/>
          <p:nvPr>
            <p:ph idx="1" type="subTitle"/>
          </p:nvPr>
        </p:nvSpPr>
        <p:spPr>
          <a:xfrm>
            <a:off x="3686104" y="527550"/>
            <a:ext cx="28296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07" name="Google Shape;207;p21"/>
          <p:cNvSpPr txBox="1"/>
          <p:nvPr>
            <p:ph idx="4" type="subTitle"/>
          </p:nvPr>
        </p:nvSpPr>
        <p:spPr>
          <a:xfrm>
            <a:off x="3686104" y="1572800"/>
            <a:ext cx="28296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08" name="Google Shape;208;p21"/>
          <p:cNvSpPr txBox="1"/>
          <p:nvPr>
            <p:ph idx="5" type="subTitle"/>
          </p:nvPr>
        </p:nvSpPr>
        <p:spPr>
          <a:xfrm>
            <a:off x="3686104" y="2622750"/>
            <a:ext cx="28296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09" name="Google Shape;209;p21"/>
          <p:cNvSpPr txBox="1"/>
          <p:nvPr>
            <p:ph idx="6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cxnSp>
        <p:nvCxnSpPr>
          <p:cNvPr id="210" name="Google Shape;210;p21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1" name="Google Shape;211;p21"/>
          <p:cNvSpPr txBox="1"/>
          <p:nvPr>
            <p:ph idx="7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2" name="Google Shape;212;p21"/>
          <p:cNvSpPr txBox="1"/>
          <p:nvPr>
            <p:ph idx="8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M Sans"/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cxnSp>
        <p:nvCxnSpPr>
          <p:cNvPr id="213" name="Google Shape;213;p21"/>
          <p:cNvCxnSpPr/>
          <p:nvPr/>
        </p:nvCxnSpPr>
        <p:spPr>
          <a:xfrm>
            <a:off x="-11400" y="5252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" name="Google Shape;214;p21"/>
          <p:cNvCxnSpPr/>
          <p:nvPr/>
        </p:nvCxnSpPr>
        <p:spPr>
          <a:xfrm>
            <a:off x="-5700" y="26206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" name="Google Shape;215;p21"/>
          <p:cNvSpPr txBox="1"/>
          <p:nvPr>
            <p:ph idx="9" type="title"/>
          </p:nvPr>
        </p:nvSpPr>
        <p:spPr>
          <a:xfrm>
            <a:off x="125700" y="3672700"/>
            <a:ext cx="31806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nton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6" name="Google Shape;216;p21"/>
          <p:cNvSpPr txBox="1"/>
          <p:nvPr>
            <p:ph idx="13" type="subTitle"/>
          </p:nvPr>
        </p:nvSpPr>
        <p:spPr>
          <a:xfrm>
            <a:off x="3684200" y="3672700"/>
            <a:ext cx="28296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DM Sans"/>
              <a:buNone/>
              <a:defRPr sz="3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7" name="Google Shape;217;p21"/>
          <p:cNvSpPr txBox="1"/>
          <p:nvPr>
            <p:ph idx="14" type="subTitle"/>
          </p:nvPr>
        </p:nvSpPr>
        <p:spPr>
          <a:xfrm>
            <a:off x="6628933" y="524225"/>
            <a:ext cx="23895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8" name="Google Shape;218;p21"/>
          <p:cNvSpPr txBox="1"/>
          <p:nvPr>
            <p:ph idx="15" type="subTitle"/>
          </p:nvPr>
        </p:nvSpPr>
        <p:spPr>
          <a:xfrm>
            <a:off x="6628933" y="1569475"/>
            <a:ext cx="23895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9" name="Google Shape;219;p21"/>
          <p:cNvSpPr txBox="1"/>
          <p:nvPr>
            <p:ph idx="16" type="subTitle"/>
          </p:nvPr>
        </p:nvSpPr>
        <p:spPr>
          <a:xfrm>
            <a:off x="6628933" y="2619425"/>
            <a:ext cx="23895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0" name="Google Shape;220;p21"/>
          <p:cNvSpPr txBox="1"/>
          <p:nvPr>
            <p:ph idx="17" type="subTitle"/>
          </p:nvPr>
        </p:nvSpPr>
        <p:spPr>
          <a:xfrm>
            <a:off x="6627326" y="3669375"/>
            <a:ext cx="2389500" cy="10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1" name="Google Shape;221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ients">
  <p:cSld name="CUSTOM_13">
    <p:bg>
      <p:bgPr>
        <a:solidFill>
          <a:schemeClr val="dk2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3" name="Google Shape;223;p22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4" name="Google Shape;224;p22"/>
          <p:cNvSpPr txBox="1"/>
          <p:nvPr>
            <p:ph idx="1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5" name="Google Shape;225;p22"/>
          <p:cNvSpPr txBox="1"/>
          <p:nvPr>
            <p:ph idx="2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6" name="Google Shape;226;p22"/>
          <p:cNvSpPr txBox="1"/>
          <p:nvPr>
            <p:ph idx="3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7" name="Google Shape;227;p22"/>
          <p:cNvSpPr txBox="1"/>
          <p:nvPr>
            <p:ph type="title"/>
          </p:nvPr>
        </p:nvSpPr>
        <p:spPr>
          <a:xfrm>
            <a:off x="129375" y="851075"/>
            <a:ext cx="3981300" cy="33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/>
            </a:lvl9pPr>
          </a:lstStyle>
          <a:p/>
        </p:txBody>
      </p:sp>
      <p:sp>
        <p:nvSpPr>
          <p:cNvPr id="228" name="Google Shape;228;p22"/>
          <p:cNvSpPr txBox="1"/>
          <p:nvPr>
            <p:ph idx="4" type="subTitle"/>
          </p:nvPr>
        </p:nvSpPr>
        <p:spPr>
          <a:xfrm>
            <a:off x="5704625" y="125600"/>
            <a:ext cx="3313800" cy="13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u="sng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9" name="Google Shape;229;p22"/>
          <p:cNvSpPr txBox="1"/>
          <p:nvPr>
            <p:ph idx="5" type="subTitle"/>
          </p:nvPr>
        </p:nvSpPr>
        <p:spPr>
          <a:xfrm>
            <a:off x="5704625" y="727050"/>
            <a:ext cx="3313800" cy="1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None/>
              <a:defRPr/>
            </a:lvl9pPr>
          </a:lstStyle>
          <a:p/>
        </p:txBody>
      </p:sp>
      <p:sp>
        <p:nvSpPr>
          <p:cNvPr id="230" name="Google Shape;230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14">
    <p:bg>
      <p:bgPr>
        <a:solidFill>
          <a:schemeClr val="dk2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2" name="Google Shape;232;p23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3" name="Google Shape;233;p23"/>
          <p:cNvSpPr txBox="1"/>
          <p:nvPr>
            <p:ph idx="1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4" name="Google Shape;234;p23"/>
          <p:cNvSpPr txBox="1"/>
          <p:nvPr>
            <p:ph idx="2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5" name="Google Shape;235;p23"/>
          <p:cNvSpPr txBox="1"/>
          <p:nvPr>
            <p:ph type="title"/>
          </p:nvPr>
        </p:nvSpPr>
        <p:spPr>
          <a:xfrm>
            <a:off x="133150" y="506600"/>
            <a:ext cx="4105200" cy="22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/>
            </a:lvl9pPr>
          </a:lstStyle>
          <a:p/>
        </p:txBody>
      </p:sp>
      <p:sp>
        <p:nvSpPr>
          <p:cNvPr id="236" name="Google Shape;236;p23"/>
          <p:cNvSpPr txBox="1"/>
          <p:nvPr>
            <p:ph idx="3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7" name="Google Shape;237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8" name="Google Shape;238;p23"/>
          <p:cNvSpPr txBox="1"/>
          <p:nvPr>
            <p:ph idx="4" type="body"/>
          </p:nvPr>
        </p:nvSpPr>
        <p:spPr>
          <a:xfrm>
            <a:off x="5823300" y="3611800"/>
            <a:ext cx="3069300" cy="50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●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○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■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●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○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■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●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○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■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9" name="Google Shape;239;p23"/>
          <p:cNvSpPr txBox="1"/>
          <p:nvPr>
            <p:ph idx="5" type="body"/>
          </p:nvPr>
        </p:nvSpPr>
        <p:spPr>
          <a:xfrm>
            <a:off x="5823300" y="2959400"/>
            <a:ext cx="3069300" cy="50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●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○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■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●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○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■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●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○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 Medium"/>
              <a:buChar char="■"/>
              <a:defRPr b="0" sz="12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ution statement">
  <p:cSld name="CUSTOM_17">
    <p:bg>
      <p:bgPr>
        <a:solidFill>
          <a:schemeClr val="dk2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4"/>
          <p:cNvSpPr txBox="1"/>
          <p:nvPr>
            <p:ph type="title"/>
          </p:nvPr>
        </p:nvSpPr>
        <p:spPr>
          <a:xfrm>
            <a:off x="125700" y="655300"/>
            <a:ext cx="8899800" cy="31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/>
        </p:txBody>
      </p:sp>
      <p:sp>
        <p:nvSpPr>
          <p:cNvPr id="242" name="Google Shape;242;p24"/>
          <p:cNvSpPr txBox="1"/>
          <p:nvPr>
            <p:ph idx="1" type="body"/>
          </p:nvPr>
        </p:nvSpPr>
        <p:spPr>
          <a:xfrm>
            <a:off x="6508650" y="3276875"/>
            <a:ext cx="2502600" cy="12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/>
            </a:lvl9pPr>
          </a:lstStyle>
          <a:p/>
        </p:txBody>
      </p:sp>
      <p:cxnSp>
        <p:nvCxnSpPr>
          <p:cNvPr id="243" name="Google Shape;243;p24"/>
          <p:cNvCxnSpPr/>
          <p:nvPr/>
        </p:nvCxnSpPr>
        <p:spPr>
          <a:xfrm>
            <a:off x="-5675" y="471600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4" name="Google Shape;244;p24"/>
          <p:cNvSpPr txBox="1"/>
          <p:nvPr>
            <p:ph idx="2" type="subTitle"/>
          </p:nvPr>
        </p:nvSpPr>
        <p:spPr>
          <a:xfrm>
            <a:off x="125700" y="125600"/>
            <a:ext cx="1593900" cy="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5" name="Google Shape;245;p24"/>
          <p:cNvSpPr txBox="1"/>
          <p:nvPr>
            <p:ph idx="3" type="subTitle"/>
          </p:nvPr>
        </p:nvSpPr>
        <p:spPr>
          <a:xfrm>
            <a:off x="139825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6" name="Google Shape;246;p24"/>
          <p:cNvSpPr txBox="1"/>
          <p:nvPr>
            <p:ph idx="4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7" name="Google Shape;247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 b="1" sz="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51" name="Google Shape;251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4" name="Google Shape;25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258" name="Google Shape;258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2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2" name="Google Shape;262;p2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3" name="Google Shape;263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69" name="Google Shape;269;p3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0" name="Google Shape;270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73" name="Google Shape;273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6" name="Google Shape;276;p3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77" name="Google Shape;277;p3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8" name="Google Shape;278;p3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  <a:defRPr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○"/>
              <a:defRPr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■"/>
              <a:defRPr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  <a:defRPr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○"/>
              <a:defRPr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■"/>
              <a:defRPr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●"/>
              <a:defRPr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○"/>
              <a:defRPr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9" name="Google Shape;279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</a:lstStyle>
          <a:p/>
        </p:txBody>
      </p:sp>
      <p:sp>
        <p:nvSpPr>
          <p:cNvPr id="282" name="Google Shape;282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85" name="Google Shape;285;p3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286" name="Google Shape;286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6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1" name="Google Shape;291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2" name="Google Shape;292;p36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3" name="Google Shape;293;p36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4" name="Google Shape;294;p36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5" name="Google Shape;295;p36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6" name="Google Shape;296;p36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7" name="Google Shape;297;p36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p37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01" name="Google Shape;301;p37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302" name="Google Shape;302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5" name="Google Shape;305;p3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6" name="Google Shape;306;p38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07" name="Google Shape;307;p38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08" name="Google Shape;308;p38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9" name="Google Shape;309;p38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2" name="Google Shape;312;p39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13" name="Google Shape;313;p39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14" name="Google Shape;314;p39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15" name="Google Shape;315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16" name="Google Shape;316;p39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7" name="Google Shape;317;p39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8" name="Google Shape;318;p39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1" name="Google Shape;321;p40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22" name="Google Shape;322;p40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23" name="Google Shape;323;p40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24" name="Google Shape;324;p40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325" name="Google Shape;325;p40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26" name="Google Shape;326;p40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7" name="Google Shape;327;p40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8" name="Google Shape;328;p40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9" name="Google Shape;329;p40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2" name="Google Shape;332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3" name="Google Shape;333;p41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2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6" name="Google Shape;336;p42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37" name="Google Shape;337;p42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38" name="Google Shape;338;p42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9" name="Google Shape;339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0" name="Google Shape;340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42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2" name="Google Shape;342;p42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3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5" name="Google Shape;345;p43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46" name="Google Shape;346;p43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47" name="Google Shape;347;p43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8" name="Google Shape;348;p43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49" name="Google Shape;349;p43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0" name="Google Shape;350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1" name="Google Shape;351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2" name="Google Shape;352;p43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3" name="Google Shape;353;p43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4" name="Google Shape;354;p43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4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357" name="Google Shape;357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0" name="Google Shape;360;p45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61" name="Google Shape;361;p45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62" name="Google Shape;362;p45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63" name="Google Shape;363;p45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64" name="Google Shape;364;p45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65" name="Google Shape;365;p45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66" name="Google Shape;366;p45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7" name="Google Shape;367;p45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68" name="Google Shape;368;p45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69" name="Google Shape;369;p45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45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922700" y="404350"/>
            <a:ext cx="7306800" cy="8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nton"/>
              <a:buNone/>
              <a:defRPr sz="4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ton"/>
              <a:buNone/>
              <a:defRPr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922700" y="3046200"/>
            <a:ext cx="7970100" cy="8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 b="1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 b="1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 b="1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 b="1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 b="1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 b="1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●"/>
              <a:defRPr b="1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○"/>
              <a:defRPr b="1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"/>
              <a:buChar char="■"/>
              <a:defRPr b="1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58">
          <p15:clr>
            <a:srgbClr val="E46962"/>
          </p15:clr>
        </p15:guide>
        <p15:guide id="2" pos="581">
          <p15:clr>
            <a:srgbClr val="E46962"/>
          </p15:clr>
        </p15:guide>
        <p15:guide id="3" pos="660">
          <p15:clr>
            <a:srgbClr val="E46962"/>
          </p15:clr>
        </p15:guide>
        <p15:guide id="4" pos="1083">
          <p15:clr>
            <a:srgbClr val="E46962"/>
          </p15:clr>
        </p15:guide>
        <p15:guide id="5" pos="1162">
          <p15:clr>
            <a:srgbClr val="E46962"/>
          </p15:clr>
        </p15:guide>
        <p15:guide id="6" pos="1585">
          <p15:clr>
            <a:srgbClr val="E46962"/>
          </p15:clr>
        </p15:guide>
        <p15:guide id="7" pos="1664">
          <p15:clr>
            <a:srgbClr val="E46962"/>
          </p15:clr>
        </p15:guide>
        <p15:guide id="8" pos="2087">
          <p15:clr>
            <a:srgbClr val="E46962"/>
          </p15:clr>
        </p15:guide>
        <p15:guide id="9" pos="2167">
          <p15:clr>
            <a:srgbClr val="E46962"/>
          </p15:clr>
        </p15:guide>
        <p15:guide id="10" pos="2589">
          <p15:clr>
            <a:srgbClr val="E46962"/>
          </p15:clr>
        </p15:guide>
        <p15:guide id="11" pos="2669">
          <p15:clr>
            <a:srgbClr val="E46962"/>
          </p15:clr>
        </p15:guide>
        <p15:guide id="12" pos="3091">
          <p15:clr>
            <a:srgbClr val="E46962"/>
          </p15:clr>
        </p15:guide>
        <p15:guide id="13" pos="3171">
          <p15:clr>
            <a:srgbClr val="E46962"/>
          </p15:clr>
        </p15:guide>
        <p15:guide id="14" pos="79">
          <p15:clr>
            <a:srgbClr val="E46962"/>
          </p15:clr>
        </p15:guide>
        <p15:guide id="15" pos="5681">
          <p15:clr>
            <a:srgbClr val="E46962"/>
          </p15:clr>
        </p15:guide>
        <p15:guide id="16" pos="5602">
          <p15:clr>
            <a:srgbClr val="E46962"/>
          </p15:clr>
        </p15:guide>
        <p15:guide id="17" pos="3593">
          <p15:clr>
            <a:srgbClr val="E46962"/>
          </p15:clr>
        </p15:guide>
        <p15:guide id="18" pos="3673">
          <p15:clr>
            <a:srgbClr val="E46962"/>
          </p15:clr>
        </p15:guide>
        <p15:guide id="19" pos="4096">
          <p15:clr>
            <a:srgbClr val="E46962"/>
          </p15:clr>
        </p15:guide>
        <p15:guide id="20" pos="4175">
          <p15:clr>
            <a:srgbClr val="E46962"/>
          </p15:clr>
        </p15:guide>
        <p15:guide id="21" pos="4598">
          <p15:clr>
            <a:srgbClr val="E46962"/>
          </p15:clr>
        </p15:guide>
        <p15:guide id="22" pos="4677">
          <p15:clr>
            <a:srgbClr val="E46962"/>
          </p15:clr>
        </p15:guide>
        <p15:guide id="23" pos="5100">
          <p15:clr>
            <a:srgbClr val="E46962"/>
          </p15:clr>
        </p15:guide>
        <p15:guide id="24" pos="5184">
          <p15:clr>
            <a:srgbClr val="E46962"/>
          </p15:clr>
        </p15:guide>
        <p15:guide id="25" orient="horz" pos="79">
          <p15:clr>
            <a:srgbClr val="E46962"/>
          </p15:clr>
        </p15:guide>
        <p15:guide id="26" orient="horz" pos="3161">
          <p15:clr>
            <a:srgbClr val="E46962"/>
          </p15:clr>
        </p15:guide>
        <p15:guide id="27" orient="horz" pos="2971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Google Shape;374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13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46"/>
          <p:cNvSpPr txBox="1"/>
          <p:nvPr>
            <p:ph idx="1" type="subTitle"/>
          </p:nvPr>
        </p:nvSpPr>
        <p:spPr>
          <a:xfrm>
            <a:off x="709500" y="4712200"/>
            <a:ext cx="7725000" cy="3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Abhilasha Talwar, Andrew Jarrah, O’glenn Togar, Hudson Plaskoff</a:t>
            </a:r>
            <a:endParaRPr/>
          </a:p>
        </p:txBody>
      </p:sp>
      <p:sp>
        <p:nvSpPr>
          <p:cNvPr id="376" name="Google Shape;376;p46"/>
          <p:cNvSpPr txBox="1"/>
          <p:nvPr>
            <p:ph idx="3" type="subTitle"/>
          </p:nvPr>
        </p:nvSpPr>
        <p:spPr>
          <a:xfrm>
            <a:off x="125625" y="63000"/>
            <a:ext cx="3188100" cy="3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DM Sans"/>
                <a:ea typeface="DM Sans"/>
                <a:cs typeface="DM Sans"/>
                <a:sym typeface="DM Sans"/>
              </a:rPr>
              <a:t>October 27</a:t>
            </a:r>
            <a:r>
              <a:rPr b="1" lang="en">
                <a:latin typeface="DM Sans"/>
                <a:ea typeface="DM Sans"/>
                <a:cs typeface="DM Sans"/>
                <a:sym typeface="DM Sans"/>
              </a:rPr>
              <a:t>, 2026</a:t>
            </a:r>
            <a:endParaRPr b="1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77" name="Google Shape;377;p46"/>
          <p:cNvSpPr txBox="1"/>
          <p:nvPr>
            <p:ph idx="4" type="subTitle"/>
          </p:nvPr>
        </p:nvSpPr>
        <p:spPr>
          <a:xfrm>
            <a:off x="5830275" y="63000"/>
            <a:ext cx="3188100" cy="3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DM Sans"/>
                <a:ea typeface="DM Sans"/>
                <a:cs typeface="DM Sans"/>
                <a:sym typeface="DM Sans"/>
              </a:rPr>
              <a:t>CSI 210: Software Engineering</a:t>
            </a:r>
            <a:endParaRPr b="1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78" name="Google Shape;378;p46" title="PathFinder Logo Ideas.png"/>
          <p:cNvPicPr preferRelativeResize="0"/>
          <p:nvPr/>
        </p:nvPicPr>
        <p:blipFill rotWithShape="1">
          <a:blip r:embed="rId4">
            <a:alphaModFix/>
          </a:blip>
          <a:srcRect b="34207" l="0" r="0" t="33994"/>
          <a:stretch/>
        </p:blipFill>
        <p:spPr>
          <a:xfrm>
            <a:off x="785125" y="1385400"/>
            <a:ext cx="7797275" cy="2479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46"/>
          <p:cNvSpPr txBox="1"/>
          <p:nvPr>
            <p:ph idx="1" type="subTitle"/>
          </p:nvPr>
        </p:nvSpPr>
        <p:spPr>
          <a:xfrm>
            <a:off x="3039910" y="3927050"/>
            <a:ext cx="3287700" cy="3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DM Sans"/>
                <a:ea typeface="DM Sans"/>
                <a:cs typeface="DM Sans"/>
                <a:sym typeface="DM Sans"/>
              </a:rPr>
              <a:t>Implementation </a:t>
            </a:r>
            <a:r>
              <a:rPr b="1" lang="en">
                <a:latin typeface="DM Sans"/>
                <a:ea typeface="DM Sans"/>
                <a:cs typeface="DM Sans"/>
                <a:sym typeface="DM Sans"/>
              </a:rPr>
              <a:t>Update</a:t>
            </a:r>
            <a:endParaRPr b="1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7"/>
          <p:cNvSpPr txBox="1"/>
          <p:nvPr>
            <p:ph idx="1" type="body"/>
          </p:nvPr>
        </p:nvSpPr>
        <p:spPr>
          <a:xfrm>
            <a:off x="125825" y="976281"/>
            <a:ext cx="4188000" cy="31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3500"/>
              <a:t>Database</a:t>
            </a:r>
            <a:endParaRPr sz="35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3500"/>
              <a:t>Back-End</a:t>
            </a:r>
            <a:endParaRPr sz="35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3500"/>
              <a:t>Front-End</a:t>
            </a:r>
            <a:endParaRPr sz="35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3500"/>
              <a:t>Demonstration</a:t>
            </a:r>
            <a:endParaRPr sz="3500"/>
          </a:p>
        </p:txBody>
      </p:sp>
      <p:sp>
        <p:nvSpPr>
          <p:cNvPr id="385" name="Google Shape;385;p47"/>
          <p:cNvSpPr txBox="1"/>
          <p:nvPr>
            <p:ph idx="3" type="subTitle"/>
          </p:nvPr>
        </p:nvSpPr>
        <p:spPr>
          <a:xfrm>
            <a:off x="125700" y="4716000"/>
            <a:ext cx="25167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PathFinder</a:t>
            </a:r>
            <a:endParaRPr/>
          </a:p>
        </p:txBody>
      </p:sp>
      <p:sp>
        <p:nvSpPr>
          <p:cNvPr id="386" name="Google Shape;386;p47"/>
          <p:cNvSpPr txBox="1"/>
          <p:nvPr>
            <p:ph idx="4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lang="en">
                <a:latin typeface="DM Sans SemiBold"/>
                <a:ea typeface="DM Sans SemiBold"/>
                <a:cs typeface="DM Sans SemiBold"/>
                <a:sym typeface="DM Sans SemiBold"/>
              </a:rPr>
              <a:t>October 27, 2026</a:t>
            </a:r>
            <a:endParaRPr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sp>
        <p:nvSpPr>
          <p:cNvPr id="387" name="Google Shape;387;p47"/>
          <p:cNvSpPr txBox="1"/>
          <p:nvPr>
            <p:ph idx="5" type="subTitle"/>
          </p:nvPr>
        </p:nvSpPr>
        <p:spPr>
          <a:xfrm>
            <a:off x="125700" y="125600"/>
            <a:ext cx="3424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OVERVIEW</a:t>
            </a:r>
            <a:endParaRPr sz="4000"/>
          </a:p>
        </p:txBody>
      </p:sp>
      <p:sp>
        <p:nvSpPr>
          <p:cNvPr id="388" name="Google Shape;388;p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8"/>
          <p:cNvSpPr txBox="1"/>
          <p:nvPr>
            <p:ph type="title"/>
          </p:nvPr>
        </p:nvSpPr>
        <p:spPr>
          <a:xfrm>
            <a:off x="914850" y="1727550"/>
            <a:ext cx="7314300" cy="20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0"/>
              <a:t>DATABASE</a:t>
            </a:r>
            <a:endParaRPr sz="10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9"/>
          <p:cNvSpPr txBox="1"/>
          <p:nvPr>
            <p:ph type="title"/>
          </p:nvPr>
        </p:nvSpPr>
        <p:spPr>
          <a:xfrm>
            <a:off x="251400" y="806854"/>
            <a:ext cx="8774100" cy="31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SzPts val="4000"/>
              <a:buAutoNum type="arabicParenR"/>
            </a:pPr>
            <a:r>
              <a:rPr lang="en" sz="4000"/>
              <a:t>Course data from registrar (Excel file)</a:t>
            </a:r>
            <a:endParaRPr sz="4000"/>
          </a:p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SzPts val="4000"/>
              <a:buAutoNum type="arabicParenR"/>
            </a:pPr>
            <a:r>
              <a:rPr lang="en" sz="4000"/>
              <a:t>Researched PostgreSQL implementation</a:t>
            </a:r>
            <a:endParaRPr sz="4000"/>
          </a:p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SzPts val="4000"/>
              <a:buAutoNum type="arabicParenR"/>
            </a:pPr>
            <a:r>
              <a:rPr lang="en" sz="4000"/>
              <a:t>Test DB with Math &amp; Computer Science</a:t>
            </a:r>
            <a:endParaRPr sz="4000"/>
          </a:p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SzPts val="4000"/>
              <a:buAutoNum type="arabicParenR"/>
            </a:pPr>
            <a:r>
              <a:rPr lang="en" sz="4000"/>
              <a:t>Formatted course data (CSV file)</a:t>
            </a:r>
            <a:endParaRPr sz="4000"/>
          </a:p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SzPts val="4000"/>
              <a:buAutoNum type="arabicParenR"/>
            </a:pPr>
            <a:r>
              <a:rPr lang="en" sz="4000"/>
              <a:t>Uploaded course data to Supabase</a:t>
            </a:r>
            <a:endParaRPr sz="4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9" name="Google Shape;399;p49"/>
          <p:cNvSpPr txBox="1"/>
          <p:nvPr>
            <p:ph idx="2" type="subTitle"/>
          </p:nvPr>
        </p:nvSpPr>
        <p:spPr>
          <a:xfrm>
            <a:off x="125700" y="125600"/>
            <a:ext cx="4661700" cy="4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DATABASE PROGRESS</a:t>
            </a:r>
            <a:r>
              <a:rPr lang="en" sz="3000"/>
              <a:t> </a:t>
            </a:r>
            <a:endParaRPr sz="3000"/>
          </a:p>
        </p:txBody>
      </p:sp>
      <p:sp>
        <p:nvSpPr>
          <p:cNvPr id="400" name="Google Shape;400;p4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1" name="Google Shape;401;p49"/>
          <p:cNvSpPr txBox="1"/>
          <p:nvPr>
            <p:ph idx="3" type="subTitle"/>
          </p:nvPr>
        </p:nvSpPr>
        <p:spPr>
          <a:xfrm>
            <a:off x="125700" y="4716000"/>
            <a:ext cx="25167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PathFinder</a:t>
            </a:r>
            <a:endParaRPr/>
          </a:p>
        </p:txBody>
      </p:sp>
      <p:sp>
        <p:nvSpPr>
          <p:cNvPr id="402" name="Google Shape;402;p49"/>
          <p:cNvSpPr txBox="1"/>
          <p:nvPr>
            <p:ph idx="4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lang="en">
                <a:latin typeface="DM Sans SemiBold"/>
                <a:ea typeface="DM Sans SemiBold"/>
                <a:cs typeface="DM Sans SemiBold"/>
                <a:sym typeface="DM Sans SemiBold"/>
              </a:rPr>
              <a:t>October 27, 2026</a:t>
            </a:r>
            <a:endParaRPr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0"/>
          <p:cNvSpPr txBox="1"/>
          <p:nvPr>
            <p:ph idx="2" type="subTitle"/>
          </p:nvPr>
        </p:nvSpPr>
        <p:spPr>
          <a:xfrm>
            <a:off x="125700" y="125600"/>
            <a:ext cx="62091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REFORMATTED</a:t>
            </a:r>
            <a:r>
              <a:rPr lang="en" sz="3000"/>
              <a:t> COURSE DATA</a:t>
            </a:r>
            <a:endParaRPr sz="3000"/>
          </a:p>
        </p:txBody>
      </p:sp>
      <p:sp>
        <p:nvSpPr>
          <p:cNvPr id="408" name="Google Shape;408;p5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9" name="Google Shape;409;p50"/>
          <p:cNvSpPr txBox="1"/>
          <p:nvPr>
            <p:ph idx="3" type="subTitle"/>
          </p:nvPr>
        </p:nvSpPr>
        <p:spPr>
          <a:xfrm>
            <a:off x="125700" y="4716000"/>
            <a:ext cx="25167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PathFinder</a:t>
            </a:r>
            <a:endParaRPr/>
          </a:p>
        </p:txBody>
      </p:sp>
      <p:sp>
        <p:nvSpPr>
          <p:cNvPr id="410" name="Google Shape;410;p50"/>
          <p:cNvSpPr txBox="1"/>
          <p:nvPr>
            <p:ph idx="4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lang="en">
                <a:latin typeface="DM Sans SemiBold"/>
                <a:ea typeface="DM Sans SemiBold"/>
                <a:cs typeface="DM Sans SemiBold"/>
                <a:sym typeface="DM Sans SemiBold"/>
              </a:rPr>
              <a:t>October 27, 2026</a:t>
            </a:r>
            <a:endParaRPr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graphicFrame>
        <p:nvGraphicFramePr>
          <p:cNvPr id="411" name="Google Shape;411;p50"/>
          <p:cNvGraphicFramePr/>
          <p:nvPr/>
        </p:nvGraphicFramePr>
        <p:xfrm>
          <a:off x="1020863" y="191622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{9F4DEF15-607B-4641-89D5-0D5B10D6E2F6}</a:tableStyleId>
              </a:tblPr>
              <a:tblGrid>
                <a:gridCol w="432125"/>
                <a:gridCol w="649225"/>
                <a:gridCol w="772450"/>
                <a:gridCol w="633075"/>
                <a:gridCol w="671275"/>
                <a:gridCol w="1920525"/>
                <a:gridCol w="1393150"/>
                <a:gridCol w="767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ID</a:t>
                      </a:r>
                      <a:endParaRPr b="1" sz="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PREFIX</a:t>
                      </a:r>
                      <a:endParaRPr b="1" sz="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NUMBER</a:t>
                      </a:r>
                      <a:endParaRPr b="1" sz="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NAME</a:t>
                      </a:r>
                      <a:endParaRPr b="1" sz="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UNITS</a:t>
                      </a:r>
                      <a:endParaRPr b="1" sz="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PREREQUISITES_TEXT</a:t>
                      </a:r>
                      <a:endParaRPr b="1" sz="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DESCRIPTION</a:t>
                      </a:r>
                      <a:endParaRPr b="1" sz="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GAR</a:t>
                      </a:r>
                      <a:endParaRPr b="1" sz="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00"/>
                        <a:t>int8</a:t>
                      </a:r>
                      <a:endParaRPr i="1" sz="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00"/>
                        <a:t>text</a:t>
                      </a:r>
                      <a:endParaRPr i="1" sz="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00"/>
                        <a:t>text</a:t>
                      </a:r>
                      <a:endParaRPr i="1" sz="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00"/>
                        <a:t>text</a:t>
                      </a:r>
                      <a:endParaRPr i="1" sz="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00"/>
                        <a:t>float8</a:t>
                      </a:r>
                      <a:endParaRPr i="1" sz="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00"/>
                        <a:t>text</a:t>
                      </a:r>
                      <a:endParaRPr i="1" sz="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00"/>
                        <a:t>text</a:t>
                      </a:r>
                      <a:endParaRPr i="1" sz="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900"/>
                        <a:t>text</a:t>
                      </a:r>
                      <a:endParaRPr i="1" sz="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12" name="Google Shape;412;p50"/>
          <p:cNvSpPr/>
          <p:nvPr/>
        </p:nvSpPr>
        <p:spPr>
          <a:xfrm>
            <a:off x="4505197" y="2960115"/>
            <a:ext cx="1251600" cy="6255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65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975" lIns="62975" spcFirstLastPara="1" rIns="62975" wrap="square" tIns="62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YES 000</a:t>
            </a:r>
            <a:endParaRPr sz="9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13" name="Google Shape;413;p50"/>
          <p:cNvSpPr/>
          <p:nvPr/>
        </p:nvSpPr>
        <p:spPr>
          <a:xfrm>
            <a:off x="3105850" y="2960119"/>
            <a:ext cx="1251600" cy="6255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65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975" lIns="62975" spcFirstLastPara="1" rIns="62975" wrap="square" tIns="62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PRE</a:t>
            </a:r>
            <a:r>
              <a:rPr lang="en"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" sz="9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"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XX</a:t>
            </a:r>
            <a:endParaRPr sz="9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414" name="Google Shape;414;p50"/>
          <p:cNvCxnSpPr>
            <a:stCxn id="412" idx="0"/>
          </p:cNvCxnSpPr>
          <p:nvPr/>
        </p:nvCxnSpPr>
        <p:spPr>
          <a:xfrm rot="10800000">
            <a:off x="5130997" y="2679015"/>
            <a:ext cx="0" cy="281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5" name="Google Shape;415;p50"/>
          <p:cNvSpPr/>
          <p:nvPr/>
        </p:nvSpPr>
        <p:spPr>
          <a:xfrm>
            <a:off x="3105863" y="3812977"/>
            <a:ext cx="1251600" cy="4917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Any </a:t>
            </a:r>
            <a:r>
              <a:rPr lang="en" sz="9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"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-level course in department </a:t>
            </a:r>
            <a:r>
              <a:rPr lang="en" sz="9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PRE</a:t>
            </a:r>
            <a:endParaRPr sz="900" u="sng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16" name="Google Shape;416;p50"/>
          <p:cNvSpPr/>
          <p:nvPr/>
        </p:nvSpPr>
        <p:spPr>
          <a:xfrm>
            <a:off x="4505188" y="3813052"/>
            <a:ext cx="1251600" cy="4917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Permission of course instructor</a:t>
            </a:r>
            <a:endParaRPr sz="9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417" name="Google Shape;417;p50"/>
          <p:cNvCxnSpPr>
            <a:stCxn id="413" idx="2"/>
            <a:endCxn id="415" idx="0"/>
          </p:cNvCxnSpPr>
          <p:nvPr/>
        </p:nvCxnSpPr>
        <p:spPr>
          <a:xfrm>
            <a:off x="3731650" y="3585619"/>
            <a:ext cx="0" cy="227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8" name="Google Shape;418;p50"/>
          <p:cNvCxnSpPr>
            <a:stCxn id="412" idx="2"/>
            <a:endCxn id="416" idx="0"/>
          </p:cNvCxnSpPr>
          <p:nvPr/>
        </p:nvCxnSpPr>
        <p:spPr>
          <a:xfrm>
            <a:off x="5130997" y="3585615"/>
            <a:ext cx="0" cy="227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9" name="Google Shape;419;p50"/>
          <p:cNvSpPr/>
          <p:nvPr/>
        </p:nvSpPr>
        <p:spPr>
          <a:xfrm>
            <a:off x="614850" y="2960119"/>
            <a:ext cx="1251600" cy="6255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65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975" lIns="62975" spcFirstLastPara="1" rIns="62975" wrap="square" tIns="62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Primary key</a:t>
            </a:r>
            <a:endParaRPr sz="9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20" name="Google Shape;420;p50"/>
          <p:cNvSpPr/>
          <p:nvPr/>
        </p:nvSpPr>
        <p:spPr>
          <a:xfrm>
            <a:off x="7282175" y="2960119"/>
            <a:ext cx="1251600" cy="6255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65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975" lIns="62975" spcFirstLastPara="1" rIns="62975" wrap="square" tIns="62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null </a:t>
            </a:r>
            <a:r>
              <a:rPr lang="en"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for all rows</a:t>
            </a:r>
            <a:endParaRPr sz="9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421" name="Google Shape;421;p50"/>
          <p:cNvCxnSpPr>
            <a:stCxn id="419" idx="0"/>
          </p:cNvCxnSpPr>
          <p:nvPr/>
        </p:nvCxnSpPr>
        <p:spPr>
          <a:xfrm flipH="1" rot="10800000">
            <a:off x="1240650" y="2680219"/>
            <a:ext cx="600" cy="279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2" name="Google Shape;422;p50"/>
          <p:cNvCxnSpPr>
            <a:stCxn id="420" idx="0"/>
          </p:cNvCxnSpPr>
          <p:nvPr/>
        </p:nvCxnSpPr>
        <p:spPr>
          <a:xfrm rot="10800000">
            <a:off x="7906175" y="2678419"/>
            <a:ext cx="1800" cy="281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3" name="Google Shape;423;p50"/>
          <p:cNvSpPr/>
          <p:nvPr/>
        </p:nvSpPr>
        <p:spPr>
          <a:xfrm>
            <a:off x="610213" y="3813052"/>
            <a:ext cx="1251600" cy="4917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Unique identifier</a:t>
            </a:r>
            <a:endParaRPr sz="9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for each row</a:t>
            </a:r>
            <a:endParaRPr sz="900" u="sng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24" name="Google Shape;424;p50"/>
          <p:cNvSpPr/>
          <p:nvPr/>
        </p:nvSpPr>
        <p:spPr>
          <a:xfrm>
            <a:off x="7276788" y="3813052"/>
            <a:ext cx="1251600" cy="4917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No data for</a:t>
            </a:r>
            <a:endParaRPr sz="9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GARs currently</a:t>
            </a:r>
            <a:endParaRPr sz="9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425" name="Google Shape;425;p50"/>
          <p:cNvCxnSpPr>
            <a:stCxn id="419" idx="2"/>
            <a:endCxn id="423" idx="0"/>
          </p:cNvCxnSpPr>
          <p:nvPr/>
        </p:nvCxnSpPr>
        <p:spPr>
          <a:xfrm flipH="1">
            <a:off x="1236150" y="3585619"/>
            <a:ext cx="4500" cy="227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6" name="Google Shape;426;p50"/>
          <p:cNvCxnSpPr>
            <a:stCxn id="420" idx="2"/>
            <a:endCxn id="424" idx="0"/>
          </p:cNvCxnSpPr>
          <p:nvPr/>
        </p:nvCxnSpPr>
        <p:spPr>
          <a:xfrm flipH="1">
            <a:off x="7902575" y="3585619"/>
            <a:ext cx="5400" cy="227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7" name="Google Shape;427;p50"/>
          <p:cNvSpPr/>
          <p:nvPr/>
        </p:nvSpPr>
        <p:spPr>
          <a:xfrm>
            <a:off x="5893697" y="2960115"/>
            <a:ext cx="1251600" cy="6255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65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975" lIns="62975" spcFirstLastPara="1" rIns="62975" wrap="square" tIns="62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PRE</a:t>
            </a:r>
            <a:r>
              <a:rPr lang="en"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MJR/MNR</a:t>
            </a:r>
            <a:endParaRPr sz="9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28" name="Google Shape;428;p50"/>
          <p:cNvSpPr/>
          <p:nvPr/>
        </p:nvSpPr>
        <p:spPr>
          <a:xfrm>
            <a:off x="5893688" y="3813052"/>
            <a:ext cx="1251600" cy="4917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Major or minor in department </a:t>
            </a:r>
            <a:r>
              <a:rPr lang="en" sz="9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PRE</a:t>
            </a:r>
            <a:endParaRPr sz="900" u="sng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429" name="Google Shape;429;p50"/>
          <p:cNvCxnSpPr>
            <a:endCxn id="427" idx="0"/>
          </p:cNvCxnSpPr>
          <p:nvPr/>
        </p:nvCxnSpPr>
        <p:spPr>
          <a:xfrm>
            <a:off x="5131697" y="2680215"/>
            <a:ext cx="1387800" cy="279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0" name="Google Shape;430;p50"/>
          <p:cNvCxnSpPr>
            <a:stCxn id="428" idx="0"/>
            <a:endCxn id="427" idx="2"/>
          </p:cNvCxnSpPr>
          <p:nvPr/>
        </p:nvCxnSpPr>
        <p:spPr>
          <a:xfrm rot="10800000">
            <a:off x="6519488" y="3585652"/>
            <a:ext cx="0" cy="227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1" name="Google Shape;431;p50"/>
          <p:cNvCxnSpPr/>
          <p:nvPr/>
        </p:nvCxnSpPr>
        <p:spPr>
          <a:xfrm flipH="1">
            <a:off x="3739300" y="2679652"/>
            <a:ext cx="1392900" cy="280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432" name="Google Shape;432;p50"/>
          <p:cNvGraphicFramePr/>
          <p:nvPr/>
        </p:nvGraphicFramePr>
        <p:xfrm>
          <a:off x="402000" y="11167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{9F4DEF15-607B-4641-89D5-0D5B10D6E2F6}</a:tableStyleId>
              </a:tblPr>
              <a:tblGrid>
                <a:gridCol w="739925"/>
                <a:gridCol w="703450"/>
                <a:gridCol w="538925"/>
                <a:gridCol w="1138225"/>
                <a:gridCol w="1259925"/>
                <a:gridCol w="2128525"/>
                <a:gridCol w="1034350"/>
                <a:gridCol w="796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SUBJECT</a:t>
                      </a:r>
                      <a:endParaRPr b="1" sz="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NUMBER</a:t>
                      </a:r>
                      <a:endParaRPr b="1" sz="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NAME</a:t>
                      </a:r>
                      <a:endParaRPr b="1" sz="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COURSE UNIT(S)</a:t>
                      </a:r>
                      <a:endParaRPr b="1" sz="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PREREQUISITE(S)</a:t>
                      </a:r>
                      <a:endParaRPr b="1" sz="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PREREQUISITE OR COREQUISITE</a:t>
                      </a:r>
                      <a:endParaRPr b="1" sz="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DESCRIPTION</a:t>
                      </a:r>
                      <a:endParaRPr b="1" sz="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OPEN TO</a:t>
                      </a:r>
                      <a:endParaRPr b="1" sz="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433" name="Google Shape;433;p50"/>
          <p:cNvCxnSpPr/>
          <p:nvPr/>
        </p:nvCxnSpPr>
        <p:spPr>
          <a:xfrm>
            <a:off x="737475" y="1496352"/>
            <a:ext cx="1021200" cy="416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4" name="Google Shape;434;p50"/>
          <p:cNvCxnSpPr/>
          <p:nvPr/>
        </p:nvCxnSpPr>
        <p:spPr>
          <a:xfrm>
            <a:off x="1522250" y="1505802"/>
            <a:ext cx="945600" cy="406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5" name="Google Shape;435;p50"/>
          <p:cNvCxnSpPr/>
          <p:nvPr/>
        </p:nvCxnSpPr>
        <p:spPr>
          <a:xfrm>
            <a:off x="2155725" y="1496352"/>
            <a:ext cx="1021200" cy="406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6" name="Google Shape;436;p50"/>
          <p:cNvCxnSpPr/>
          <p:nvPr/>
        </p:nvCxnSpPr>
        <p:spPr>
          <a:xfrm>
            <a:off x="3056925" y="1497952"/>
            <a:ext cx="781500" cy="41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7" name="Google Shape;437;p50"/>
          <p:cNvCxnSpPr/>
          <p:nvPr/>
        </p:nvCxnSpPr>
        <p:spPr>
          <a:xfrm>
            <a:off x="4155925" y="1495602"/>
            <a:ext cx="668100" cy="412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8" name="Google Shape;438;p50"/>
          <p:cNvCxnSpPr/>
          <p:nvPr/>
        </p:nvCxnSpPr>
        <p:spPr>
          <a:xfrm flipH="1">
            <a:off x="5312300" y="1495602"/>
            <a:ext cx="573300" cy="412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9" name="Google Shape;439;p50"/>
          <p:cNvCxnSpPr/>
          <p:nvPr/>
        </p:nvCxnSpPr>
        <p:spPr>
          <a:xfrm flipH="1">
            <a:off x="6748175" y="1495602"/>
            <a:ext cx="687000" cy="412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0" name="Google Shape;440;p50"/>
          <p:cNvCxnSpPr/>
          <p:nvPr/>
        </p:nvCxnSpPr>
        <p:spPr>
          <a:xfrm flipH="1">
            <a:off x="5980425" y="1505077"/>
            <a:ext cx="2364600" cy="388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441" name="Google Shape;441;p50"/>
          <p:cNvCxnSpPr/>
          <p:nvPr/>
        </p:nvCxnSpPr>
        <p:spPr>
          <a:xfrm flipH="1">
            <a:off x="7082450" y="1495602"/>
            <a:ext cx="1276800" cy="39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51"/>
          <p:cNvSpPr txBox="1"/>
          <p:nvPr>
            <p:ph type="title"/>
          </p:nvPr>
        </p:nvSpPr>
        <p:spPr>
          <a:xfrm>
            <a:off x="1244100" y="363775"/>
            <a:ext cx="6655800" cy="9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SUPABASE COURSES DB</a:t>
            </a:r>
            <a:endParaRPr/>
          </a:p>
        </p:txBody>
      </p:sp>
      <p:sp>
        <p:nvSpPr>
          <p:cNvPr id="447" name="Google Shape;447;p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8" name="Google Shape;448;p51"/>
          <p:cNvSpPr txBox="1"/>
          <p:nvPr>
            <p:ph idx="1" type="subTitle"/>
          </p:nvPr>
        </p:nvSpPr>
        <p:spPr>
          <a:xfrm>
            <a:off x="125700" y="4716000"/>
            <a:ext cx="25167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PathFinder</a:t>
            </a:r>
            <a:endParaRPr/>
          </a:p>
        </p:txBody>
      </p:sp>
      <p:sp>
        <p:nvSpPr>
          <p:cNvPr id="449" name="Google Shape;449;p51"/>
          <p:cNvSpPr txBox="1"/>
          <p:nvPr>
            <p:ph idx="4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lang="en">
                <a:latin typeface="DM Sans SemiBold"/>
                <a:ea typeface="DM Sans SemiBold"/>
                <a:cs typeface="DM Sans SemiBold"/>
                <a:sym typeface="DM Sans SemiBold"/>
              </a:rPr>
              <a:t>October 27, 2026</a:t>
            </a:r>
            <a:endParaRPr b="0"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pic>
        <p:nvPicPr>
          <p:cNvPr id="450" name="Google Shape;450;p51" title="Screenshot 2026-10-22 at 9.48.31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0275" y="1292850"/>
            <a:ext cx="7043452" cy="3120864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2"/>
          <p:cNvSpPr txBox="1"/>
          <p:nvPr>
            <p:ph type="title"/>
          </p:nvPr>
        </p:nvSpPr>
        <p:spPr>
          <a:xfrm>
            <a:off x="-36058" y="1468125"/>
            <a:ext cx="2088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COURSES</a:t>
            </a:r>
            <a:endParaRPr sz="1800"/>
          </a:p>
        </p:txBody>
      </p:sp>
      <p:sp>
        <p:nvSpPr>
          <p:cNvPr id="456" name="Google Shape;456;p52"/>
          <p:cNvSpPr txBox="1"/>
          <p:nvPr>
            <p:ph idx="8" type="subTitle"/>
          </p:nvPr>
        </p:nvSpPr>
        <p:spPr>
          <a:xfrm>
            <a:off x="-36070" y="2192837"/>
            <a:ext cx="20889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Completed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Contains all 1165 </a:t>
            </a:r>
            <a:r>
              <a:rPr lang="en" sz="1200"/>
              <a:t>courses</a:t>
            </a:r>
            <a:r>
              <a:rPr lang="en" sz="1200"/>
              <a:t> listed</a:t>
            </a:r>
            <a:endParaRPr sz="1200"/>
          </a:p>
        </p:txBody>
      </p:sp>
      <p:sp>
        <p:nvSpPr>
          <p:cNvPr id="457" name="Google Shape;457;p52"/>
          <p:cNvSpPr txBox="1"/>
          <p:nvPr>
            <p:ph idx="13" type="subTitle"/>
          </p:nvPr>
        </p:nvSpPr>
        <p:spPr>
          <a:xfrm>
            <a:off x="2231867" y="2192834"/>
            <a:ext cx="20889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To-Do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Majors and minors</a:t>
            </a:r>
            <a:endParaRPr sz="1200"/>
          </a:p>
        </p:txBody>
      </p:sp>
      <p:sp>
        <p:nvSpPr>
          <p:cNvPr id="458" name="Google Shape;458;p52"/>
          <p:cNvSpPr txBox="1"/>
          <p:nvPr>
            <p:ph idx="15" type="subTitle"/>
          </p:nvPr>
        </p:nvSpPr>
        <p:spPr>
          <a:xfrm>
            <a:off x="4499767" y="2192834"/>
            <a:ext cx="20889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To-Do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Breaks down major and minor program requirements into subsections</a:t>
            </a:r>
            <a:endParaRPr sz="1200"/>
          </a:p>
        </p:txBody>
      </p:sp>
      <p:sp>
        <p:nvSpPr>
          <p:cNvPr id="459" name="Google Shape;459;p52"/>
          <p:cNvSpPr txBox="1"/>
          <p:nvPr>
            <p:ph idx="17" type="subTitle"/>
          </p:nvPr>
        </p:nvSpPr>
        <p:spPr>
          <a:xfrm>
            <a:off x="6767667" y="2192834"/>
            <a:ext cx="2088900" cy="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To-Do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Defines major and minor subsection requirements</a:t>
            </a:r>
            <a:endParaRPr sz="1200"/>
          </a:p>
        </p:txBody>
      </p:sp>
      <p:sp>
        <p:nvSpPr>
          <p:cNvPr id="460" name="Google Shape;460;p52"/>
          <p:cNvSpPr txBox="1"/>
          <p:nvPr>
            <p:ph type="title"/>
          </p:nvPr>
        </p:nvSpPr>
        <p:spPr>
          <a:xfrm>
            <a:off x="2231867" y="1468125"/>
            <a:ext cx="2088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PROGRAMS</a:t>
            </a:r>
            <a:endParaRPr sz="1800"/>
          </a:p>
        </p:txBody>
      </p:sp>
      <p:sp>
        <p:nvSpPr>
          <p:cNvPr id="461" name="Google Shape;461;p52"/>
          <p:cNvSpPr txBox="1"/>
          <p:nvPr>
            <p:ph type="title"/>
          </p:nvPr>
        </p:nvSpPr>
        <p:spPr>
          <a:xfrm>
            <a:off x="4499780" y="1468125"/>
            <a:ext cx="2088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REQUIREMENTS</a:t>
            </a:r>
            <a:endParaRPr sz="1800"/>
          </a:p>
        </p:txBody>
      </p:sp>
      <p:sp>
        <p:nvSpPr>
          <p:cNvPr id="462" name="Google Shape;462;p52"/>
          <p:cNvSpPr txBox="1"/>
          <p:nvPr>
            <p:ph type="title"/>
          </p:nvPr>
        </p:nvSpPr>
        <p:spPr>
          <a:xfrm>
            <a:off x="6767655" y="1468125"/>
            <a:ext cx="2088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REQUIREMENTS_ITEMS</a:t>
            </a:r>
            <a:endParaRPr sz="1800"/>
          </a:p>
        </p:txBody>
      </p:sp>
      <p:sp>
        <p:nvSpPr>
          <p:cNvPr id="463" name="Google Shape;463;p5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4" name="Google Shape;464;p52"/>
          <p:cNvSpPr txBox="1"/>
          <p:nvPr>
            <p:ph idx="15" type="subTitle"/>
          </p:nvPr>
        </p:nvSpPr>
        <p:spPr>
          <a:xfrm>
            <a:off x="125700" y="125600"/>
            <a:ext cx="5578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DM Sans"/>
                <a:ea typeface="DM Sans"/>
                <a:cs typeface="DM Sans"/>
                <a:sym typeface="DM Sans"/>
              </a:rPr>
              <a:t>INTENDED FINAL DATABASE</a:t>
            </a:r>
            <a:endParaRPr b="1" sz="3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65" name="Google Shape;465;p52"/>
          <p:cNvSpPr txBox="1"/>
          <p:nvPr>
            <p:ph idx="6" type="subTitle"/>
          </p:nvPr>
        </p:nvSpPr>
        <p:spPr>
          <a:xfrm>
            <a:off x="125700" y="4716000"/>
            <a:ext cx="25167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/>
              <a:t>PathFinder</a:t>
            </a:r>
            <a:endParaRPr b="1" sz="800"/>
          </a:p>
        </p:txBody>
      </p:sp>
      <p:sp>
        <p:nvSpPr>
          <p:cNvPr id="466" name="Google Shape;466;p52"/>
          <p:cNvSpPr txBox="1"/>
          <p:nvPr>
            <p:ph idx="7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lang="en">
                <a:latin typeface="DM Sans SemiBold"/>
                <a:ea typeface="DM Sans SemiBold"/>
                <a:cs typeface="DM Sans SemiBold"/>
                <a:sym typeface="DM Sans SemiBold"/>
              </a:rPr>
              <a:t>October 27, 2026</a:t>
            </a:r>
            <a:endParaRPr b="0"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3"/>
          <p:cNvSpPr txBox="1"/>
          <p:nvPr>
            <p:ph type="title"/>
          </p:nvPr>
        </p:nvSpPr>
        <p:spPr>
          <a:xfrm>
            <a:off x="914850" y="1727550"/>
            <a:ext cx="7314300" cy="20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0"/>
              <a:t>BACK-END</a:t>
            </a:r>
            <a:endParaRPr sz="10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54"/>
          <p:cNvSpPr txBox="1"/>
          <p:nvPr>
            <p:ph type="title"/>
          </p:nvPr>
        </p:nvSpPr>
        <p:spPr>
          <a:xfrm>
            <a:off x="125700" y="881107"/>
            <a:ext cx="8899800" cy="31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Server operational: The back-end server is up and running successfully.</a:t>
            </a:r>
            <a:endParaRPr sz="2200"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Database integration complete: The server connects to the database and can retrieve data as expected.</a:t>
            </a:r>
            <a:endParaRPr sz="2200"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Front-end integration pending: The server is not yet connected to the frontend, so end-to-end behavior can’t be fully demonstrated or validated at this time.</a:t>
            </a:r>
            <a:endParaRPr sz="2200"/>
          </a:p>
          <a:p>
            <a:pPr indent="-368300" lvl="0" marL="457200" rtl="0" algn="l">
              <a:spcBef>
                <a:spcPts val="1000"/>
              </a:spcBef>
              <a:spcAft>
                <a:spcPts val="1000"/>
              </a:spcAft>
              <a:buSzPts val="2200"/>
              <a:buChar char="●"/>
            </a:pPr>
            <a:r>
              <a:rPr lang="en" sz="2200"/>
              <a:t>Deployment ready: The environment is configured and prepared for migration. Once all components are in place, the back-end can be</a:t>
            </a:r>
            <a:r>
              <a:rPr lang="en" sz="2200"/>
              <a:t> fully connected to the front-end and database.</a:t>
            </a:r>
            <a:endParaRPr sz="2200"/>
          </a:p>
        </p:txBody>
      </p:sp>
      <p:sp>
        <p:nvSpPr>
          <p:cNvPr id="477" name="Google Shape;477;p54"/>
          <p:cNvSpPr txBox="1"/>
          <p:nvPr>
            <p:ph idx="2" type="subTitle"/>
          </p:nvPr>
        </p:nvSpPr>
        <p:spPr>
          <a:xfrm>
            <a:off x="146350" y="125600"/>
            <a:ext cx="4887000" cy="55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BACK-END PROGRESS</a:t>
            </a:r>
            <a:endParaRPr sz="3000"/>
          </a:p>
        </p:txBody>
      </p:sp>
      <p:sp>
        <p:nvSpPr>
          <p:cNvPr id="478" name="Google Shape;478;p5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9" name="Google Shape;479;p54"/>
          <p:cNvSpPr txBox="1"/>
          <p:nvPr>
            <p:ph idx="3" type="subTitle"/>
          </p:nvPr>
        </p:nvSpPr>
        <p:spPr>
          <a:xfrm>
            <a:off x="125700" y="4716000"/>
            <a:ext cx="25167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PathFinder</a:t>
            </a:r>
            <a:endParaRPr/>
          </a:p>
        </p:txBody>
      </p:sp>
      <p:sp>
        <p:nvSpPr>
          <p:cNvPr id="480" name="Google Shape;480;p54"/>
          <p:cNvSpPr txBox="1"/>
          <p:nvPr>
            <p:ph idx="4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lang="en">
                <a:latin typeface="DM Sans SemiBold"/>
                <a:ea typeface="DM Sans SemiBold"/>
                <a:cs typeface="DM Sans SemiBold"/>
                <a:sym typeface="DM Sans SemiBold"/>
              </a:rPr>
              <a:t>October 27, 2026</a:t>
            </a:r>
            <a:endParaRPr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55"/>
          <p:cNvSpPr txBox="1"/>
          <p:nvPr>
            <p:ph type="title"/>
          </p:nvPr>
        </p:nvSpPr>
        <p:spPr>
          <a:xfrm>
            <a:off x="914850" y="1727550"/>
            <a:ext cx="7314300" cy="20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0"/>
              <a:t>FRONT</a:t>
            </a:r>
            <a:r>
              <a:rPr lang="en" sz="10000"/>
              <a:t>-END</a:t>
            </a:r>
            <a:endParaRPr sz="10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56"/>
          <p:cNvSpPr txBox="1"/>
          <p:nvPr>
            <p:ph type="title"/>
          </p:nvPr>
        </p:nvSpPr>
        <p:spPr>
          <a:xfrm>
            <a:off x="2516675" y="341850"/>
            <a:ext cx="41736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Front-End Progress Overview</a:t>
            </a:r>
            <a:endParaRPr sz="2400"/>
          </a:p>
        </p:txBody>
      </p:sp>
      <p:sp>
        <p:nvSpPr>
          <p:cNvPr id="491" name="Google Shape;491;p56"/>
          <p:cNvSpPr txBox="1"/>
          <p:nvPr/>
        </p:nvSpPr>
        <p:spPr>
          <a:xfrm>
            <a:off x="376500" y="896150"/>
            <a:ext cx="4286100" cy="39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rPr>
              <a:t>Main dashboard completed:</a:t>
            </a:r>
            <a:r>
              <a:rPr lang="en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rPr>
              <a:t> The dashboard displays student information, academic progress, and the individual requirement sections.</a:t>
            </a:r>
            <a:endParaRPr>
              <a:solidFill>
                <a:schemeClr val="dk1"/>
              </a:solidFill>
              <a:latin typeface="Anton"/>
              <a:ea typeface="Anton"/>
              <a:cs typeface="Anton"/>
              <a:sym typeface="Anto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nton"/>
              <a:ea typeface="Anton"/>
              <a:cs typeface="Anton"/>
              <a:sym typeface="Anto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rPr>
              <a:t>Improved layout and usability: </a:t>
            </a:r>
            <a:r>
              <a:rPr lang="en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rPr>
              <a:t>The interface has been refined to be more polished and easier to navigate.</a:t>
            </a:r>
            <a:endParaRPr>
              <a:solidFill>
                <a:schemeClr val="dk1"/>
              </a:solidFill>
              <a:latin typeface="Anton"/>
              <a:ea typeface="Anton"/>
              <a:cs typeface="Anton"/>
              <a:sym typeface="Anto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nton"/>
              <a:ea typeface="Anton"/>
              <a:cs typeface="Anton"/>
              <a:sym typeface="Anto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rPr>
              <a:t>Responsive design implemented:</a:t>
            </a:r>
            <a:r>
              <a:rPr lang="en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rPr>
              <a:t> The layout adapts to different screen sizes, improving usability across devices.</a:t>
            </a:r>
            <a:endParaRPr>
              <a:solidFill>
                <a:schemeClr val="dk1"/>
              </a:solidFill>
              <a:latin typeface="Anton"/>
              <a:ea typeface="Anton"/>
              <a:cs typeface="Anton"/>
              <a:sym typeface="Anto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nton"/>
              <a:ea typeface="Anton"/>
              <a:cs typeface="Anton"/>
              <a:sym typeface="Anto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rPr>
              <a:t>Interactive features added: </a:t>
            </a:r>
            <a:r>
              <a:rPr lang="en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rPr>
              <a:t>Interactive navigation and a quick chat feature make the interface feel more complete.</a:t>
            </a:r>
            <a:endParaRPr>
              <a:solidFill>
                <a:schemeClr val="dk1"/>
              </a:solidFill>
              <a:latin typeface="Anton"/>
              <a:ea typeface="Anton"/>
              <a:cs typeface="Anton"/>
              <a:sym typeface="Anto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nton"/>
              <a:ea typeface="Anton"/>
              <a:cs typeface="Anton"/>
              <a:sym typeface="Anto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rPr>
              <a:t>Prototype maturity: </a:t>
            </a:r>
            <a:r>
              <a:rPr lang="en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rPr>
              <a:t>This version is a more realistic and functional front-end prototype, giving a clearer picture of what the final product could look like.</a:t>
            </a:r>
            <a:endParaRPr>
              <a:solidFill>
                <a:schemeClr val="dk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pic>
        <p:nvPicPr>
          <p:cNvPr id="492" name="Google Shape;492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7250" y="896150"/>
            <a:ext cx="3136200" cy="3893524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7"/>
          <p:cNvSpPr txBox="1"/>
          <p:nvPr>
            <p:ph idx="5" type="subTitle"/>
          </p:nvPr>
        </p:nvSpPr>
        <p:spPr>
          <a:xfrm>
            <a:off x="4282800" y="639740"/>
            <a:ext cx="4866900" cy="13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nton"/>
              <a:buChar char="●"/>
            </a:pPr>
            <a:r>
              <a:rPr lang="en" sz="1400">
                <a:latin typeface="Anton"/>
                <a:ea typeface="Anton"/>
                <a:cs typeface="Anton"/>
                <a:sym typeface="Anton"/>
              </a:rPr>
              <a:t>Started with a simple layout to map out the app</a:t>
            </a:r>
            <a:endParaRPr sz="1400">
              <a:latin typeface="Anton"/>
              <a:ea typeface="Anton"/>
              <a:cs typeface="Anton"/>
              <a:sym typeface="Anto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nton"/>
              <a:buChar char="●"/>
            </a:pPr>
            <a:r>
              <a:rPr lang="en" sz="1400">
                <a:latin typeface="Anton"/>
                <a:ea typeface="Anton"/>
                <a:cs typeface="Anton"/>
                <a:sym typeface="Anton"/>
              </a:rPr>
              <a:t>Created the basic page structure and navigation</a:t>
            </a:r>
            <a:endParaRPr sz="1400">
              <a:latin typeface="Anton"/>
              <a:ea typeface="Anton"/>
              <a:cs typeface="Anton"/>
              <a:sym typeface="Anto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nton"/>
              <a:buChar char="●"/>
            </a:pPr>
            <a:r>
              <a:rPr lang="en" sz="1400">
                <a:latin typeface="Anton"/>
                <a:ea typeface="Anton"/>
                <a:cs typeface="Anton"/>
                <a:sym typeface="Anton"/>
              </a:rPr>
              <a:t>Focused on the overall idea of tracking academic progress</a:t>
            </a:r>
            <a:endParaRPr sz="1400"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498" name="Google Shape;498;p57"/>
          <p:cNvSpPr txBox="1"/>
          <p:nvPr>
            <p:ph type="title"/>
          </p:nvPr>
        </p:nvSpPr>
        <p:spPr>
          <a:xfrm>
            <a:off x="129375" y="525200"/>
            <a:ext cx="3180600" cy="13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PROTOTYPE</a:t>
            </a:r>
            <a:endParaRPr sz="4600"/>
          </a:p>
        </p:txBody>
      </p:sp>
      <p:sp>
        <p:nvSpPr>
          <p:cNvPr id="499" name="Google Shape;499;p57"/>
          <p:cNvSpPr txBox="1"/>
          <p:nvPr>
            <p:ph idx="6" type="subTitle"/>
          </p:nvPr>
        </p:nvSpPr>
        <p:spPr>
          <a:xfrm>
            <a:off x="4282800" y="1926150"/>
            <a:ext cx="4866900" cy="13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nton"/>
              <a:buChar char="●"/>
            </a:pPr>
            <a:r>
              <a:rPr lang="en" sz="1400">
                <a:latin typeface="Anton"/>
                <a:ea typeface="Anton"/>
                <a:cs typeface="Anton"/>
                <a:sym typeface="Anton"/>
              </a:rPr>
              <a:t>Improved the design to make it cleaner and easier to use</a:t>
            </a:r>
            <a:endParaRPr sz="1400">
              <a:latin typeface="Anton"/>
              <a:ea typeface="Anton"/>
              <a:cs typeface="Anton"/>
              <a:sym typeface="Anto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nton"/>
              <a:buChar char="●"/>
            </a:pPr>
            <a:r>
              <a:rPr lang="en" sz="1400">
                <a:latin typeface="Anton"/>
                <a:ea typeface="Anton"/>
                <a:cs typeface="Anton"/>
                <a:sym typeface="Anton"/>
              </a:rPr>
              <a:t>Adjusted spacing, colors, and layout for a more polished look</a:t>
            </a:r>
            <a:endParaRPr sz="1400">
              <a:latin typeface="Anton"/>
              <a:ea typeface="Anton"/>
              <a:cs typeface="Anton"/>
              <a:sym typeface="Anto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nton"/>
              <a:buChar char="●"/>
            </a:pPr>
            <a:r>
              <a:rPr lang="en" sz="1400">
                <a:latin typeface="Anton"/>
                <a:ea typeface="Anton"/>
                <a:cs typeface="Anton"/>
                <a:sym typeface="Anton"/>
              </a:rPr>
              <a:t>Added clearer sections for major and minor progress</a:t>
            </a:r>
            <a:endParaRPr sz="1400"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500" name="Google Shape;500;p57"/>
          <p:cNvSpPr txBox="1"/>
          <p:nvPr>
            <p:ph idx="7" type="subTitle"/>
          </p:nvPr>
        </p:nvSpPr>
        <p:spPr>
          <a:xfrm>
            <a:off x="4282800" y="3317400"/>
            <a:ext cx="4866900" cy="13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nton"/>
              <a:buChar char="●"/>
            </a:pPr>
            <a:r>
              <a:rPr lang="en" sz="1400">
                <a:latin typeface="Anton"/>
                <a:ea typeface="Anton"/>
                <a:cs typeface="Anton"/>
                <a:sym typeface="Anton"/>
              </a:rPr>
              <a:t>Built the main dashboard with student information and progress cards </a:t>
            </a:r>
            <a:endParaRPr sz="1400">
              <a:latin typeface="Anton"/>
              <a:ea typeface="Anton"/>
              <a:cs typeface="Anton"/>
              <a:sym typeface="Anto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nton"/>
              <a:buChar char="●"/>
            </a:pPr>
            <a:r>
              <a:rPr lang="en" sz="1400">
                <a:latin typeface="Anton"/>
                <a:ea typeface="Anton"/>
                <a:cs typeface="Anton"/>
                <a:sym typeface="Anton"/>
              </a:rPr>
              <a:t>Added responsive styling so the app works on different screen sizes</a:t>
            </a:r>
            <a:endParaRPr sz="1400">
              <a:latin typeface="Anton"/>
              <a:ea typeface="Anton"/>
              <a:cs typeface="Anton"/>
              <a:sym typeface="Anto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nton"/>
              <a:buChar char="●"/>
            </a:pPr>
            <a:r>
              <a:rPr lang="en" sz="1400">
                <a:latin typeface="Anton"/>
                <a:ea typeface="Anton"/>
                <a:cs typeface="Anton"/>
                <a:sym typeface="Anton"/>
              </a:rPr>
              <a:t>Included interactive navigation and a quick chat feature for the interface - HAL AI</a:t>
            </a:r>
            <a:endParaRPr sz="1400"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501" name="Google Shape;501;p57"/>
          <p:cNvSpPr txBox="1"/>
          <p:nvPr>
            <p:ph idx="3" type="title"/>
          </p:nvPr>
        </p:nvSpPr>
        <p:spPr>
          <a:xfrm>
            <a:off x="129375" y="1926150"/>
            <a:ext cx="4222800" cy="13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REVISED VERSION</a:t>
            </a:r>
            <a:endParaRPr sz="4600"/>
          </a:p>
        </p:txBody>
      </p:sp>
      <p:sp>
        <p:nvSpPr>
          <p:cNvPr id="502" name="Google Shape;502;p57"/>
          <p:cNvSpPr txBox="1"/>
          <p:nvPr>
            <p:ph idx="4" type="title"/>
          </p:nvPr>
        </p:nvSpPr>
        <p:spPr>
          <a:xfrm>
            <a:off x="129375" y="3317475"/>
            <a:ext cx="4401000" cy="13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CURRENT VERSION</a:t>
            </a:r>
            <a:endParaRPr sz="4600"/>
          </a:p>
        </p:txBody>
      </p:sp>
      <p:sp>
        <p:nvSpPr>
          <p:cNvPr id="503" name="Google Shape;503;p5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4" name="Google Shape;504;p57"/>
          <p:cNvSpPr txBox="1"/>
          <p:nvPr>
            <p:ph idx="8" type="subTitle"/>
          </p:nvPr>
        </p:nvSpPr>
        <p:spPr>
          <a:xfrm>
            <a:off x="125700" y="125600"/>
            <a:ext cx="5100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FRONT-END PROGRESS</a:t>
            </a:r>
            <a:endParaRPr sz="3000"/>
          </a:p>
        </p:txBody>
      </p:sp>
      <p:sp>
        <p:nvSpPr>
          <p:cNvPr id="505" name="Google Shape;505;p57"/>
          <p:cNvSpPr txBox="1"/>
          <p:nvPr>
            <p:ph idx="6" type="subTitle"/>
          </p:nvPr>
        </p:nvSpPr>
        <p:spPr>
          <a:xfrm>
            <a:off x="125700" y="4716000"/>
            <a:ext cx="25167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/>
              <a:t>PathFinder</a:t>
            </a:r>
            <a:endParaRPr b="1" sz="800"/>
          </a:p>
        </p:txBody>
      </p:sp>
      <p:sp>
        <p:nvSpPr>
          <p:cNvPr id="506" name="Google Shape;506;p57"/>
          <p:cNvSpPr txBox="1"/>
          <p:nvPr>
            <p:ph idx="7" type="subTitle"/>
          </p:nvPr>
        </p:nvSpPr>
        <p:spPr>
          <a:xfrm>
            <a:off x="3320700" y="4716000"/>
            <a:ext cx="2502600" cy="4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800">
                <a:latin typeface="DM Sans SemiBold"/>
                <a:ea typeface="DM Sans SemiBold"/>
                <a:cs typeface="DM Sans SemiBold"/>
                <a:sym typeface="DM Sans SemiBold"/>
              </a:rPr>
              <a:t>October 27, 2026</a:t>
            </a:r>
            <a:endParaRPr sz="800"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58"/>
          <p:cNvSpPr txBox="1"/>
          <p:nvPr>
            <p:ph type="title"/>
          </p:nvPr>
        </p:nvSpPr>
        <p:spPr>
          <a:xfrm>
            <a:off x="496950" y="1727550"/>
            <a:ext cx="8150100" cy="20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0"/>
              <a:t>DEMONSTRATION</a:t>
            </a:r>
            <a:endParaRPr sz="10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9"/>
          <p:cNvSpPr txBox="1"/>
          <p:nvPr>
            <p:ph type="title"/>
          </p:nvPr>
        </p:nvSpPr>
        <p:spPr>
          <a:xfrm>
            <a:off x="1578300" y="2304300"/>
            <a:ext cx="7314300" cy="20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/>
              <a:t>Thank You!</a:t>
            </a:r>
            <a:endParaRPr sz="1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ject Proposal">
  <a:themeElements>
    <a:clrScheme name="Simple Light">
      <a:dk1>
        <a:srgbClr val="000000"/>
      </a:dk1>
      <a:lt1>
        <a:srgbClr val="FFFFFF"/>
      </a:lt1>
      <a:dk2>
        <a:srgbClr val="FCEB00"/>
      </a:dk2>
      <a:lt2>
        <a:srgbClr val="000000"/>
      </a:lt2>
      <a:accent1>
        <a:srgbClr val="D9D9D9"/>
      </a:accent1>
      <a:accent2>
        <a:srgbClr val="999999"/>
      </a:accent2>
      <a:accent3>
        <a:srgbClr val="525252"/>
      </a:accent3>
      <a:accent4>
        <a:srgbClr val="EFEFEF"/>
      </a:accent4>
      <a:accent5>
        <a:srgbClr val="0097A7"/>
      </a:accent5>
      <a:accent6>
        <a:srgbClr val="EEFF41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